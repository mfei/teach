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81E94B-7F5E-B268-A9C7-CB7EBC4E9E45}" name="Qian, Jane" initials="JQ" userId="S::jane.qian@abbvie.com::96748a4b-cf1f-439c-8624-285ef46ac6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 fei" userId="42a553d64e8a82a7" providerId="LiveId" clId="{D23DDF4D-930F-45A6-BAD2-4E3BBB35677E}"/>
    <pc:docChg chg="delSld">
      <pc:chgData name="ming fei" userId="42a553d64e8a82a7" providerId="LiveId" clId="{D23DDF4D-930F-45A6-BAD2-4E3BBB35677E}" dt="2025-11-07T17:09:35.495" v="0" actId="2696"/>
      <pc:docMkLst>
        <pc:docMk/>
      </pc:docMkLst>
      <pc:sldChg chg="del">
        <pc:chgData name="ming fei" userId="42a553d64e8a82a7" providerId="LiveId" clId="{D23DDF4D-930F-45A6-BAD2-4E3BBB35677E}" dt="2025-11-07T17:09:35.495" v="0" actId="2696"/>
        <pc:sldMkLst>
          <pc:docMk/>
          <pc:sldMk cId="3204113188" sldId="2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AE8596-9A9A-4B20-9A22-D5DEA0466503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4DDA2EF-39B8-4BF8-BA91-8F3DFB2CD7BA}">
      <dgm:prSet phldrT="[Text]" custT="1"/>
      <dgm:spPr/>
      <dgm:t>
        <a:bodyPr/>
        <a:lstStyle/>
        <a:p>
          <a:r>
            <a:rPr lang="en-US" sz="1400" b="1"/>
            <a:t>Safety</a:t>
          </a:r>
        </a:p>
      </dgm:t>
    </dgm:pt>
    <dgm:pt modelId="{C14D5915-9FD7-4998-9F31-3FE5B7E78FA5}" type="parTrans" cxnId="{D60746B5-7EE5-4BD5-A8C3-8CFB3BBF1E9F}">
      <dgm:prSet/>
      <dgm:spPr/>
      <dgm:t>
        <a:bodyPr/>
        <a:lstStyle/>
        <a:p>
          <a:endParaRPr lang="en-US" sz="1600"/>
        </a:p>
      </dgm:t>
    </dgm:pt>
    <dgm:pt modelId="{30947B24-FF26-461F-95A2-76598CD9E149}" type="sibTrans" cxnId="{D60746B5-7EE5-4BD5-A8C3-8CFB3BBF1E9F}">
      <dgm:prSet/>
      <dgm:spPr/>
      <dgm:t>
        <a:bodyPr/>
        <a:lstStyle/>
        <a:p>
          <a:endParaRPr lang="en-US" sz="1600"/>
        </a:p>
      </dgm:t>
    </dgm:pt>
    <dgm:pt modelId="{55E40D6B-6136-461B-9240-C6D6C871F552}">
      <dgm:prSet phldrT="[Text]" custT="1"/>
      <dgm:spPr/>
      <dgm:t>
        <a:bodyPr/>
        <a:lstStyle/>
        <a:p>
          <a:pPr marL="114300" algn="l">
            <a:buNone/>
          </a:pPr>
          <a:endParaRPr lang="en-US" sz="1200" kern="1200" dirty="0"/>
        </a:p>
      </dgm:t>
    </dgm:pt>
    <dgm:pt modelId="{E8ADB5E5-A254-4C3B-A3AB-3B0BF1D175D2}" type="parTrans" cxnId="{8D2023D1-C5FC-475D-AAB7-9F669FC9453D}">
      <dgm:prSet/>
      <dgm:spPr/>
      <dgm:t>
        <a:bodyPr/>
        <a:lstStyle/>
        <a:p>
          <a:endParaRPr lang="en-US" sz="1600"/>
        </a:p>
      </dgm:t>
    </dgm:pt>
    <dgm:pt modelId="{54000628-9D34-4DF6-9D74-CB12B6AFC6C3}" type="sibTrans" cxnId="{8D2023D1-C5FC-475D-AAB7-9F669FC9453D}">
      <dgm:prSet/>
      <dgm:spPr/>
      <dgm:t>
        <a:bodyPr/>
        <a:lstStyle/>
        <a:p>
          <a:endParaRPr lang="en-US" sz="1600"/>
        </a:p>
      </dgm:t>
    </dgm:pt>
    <dgm:pt modelId="{C821D000-39F8-4A1B-AB85-064ADD182083}">
      <dgm:prSet phldrT="[Text]" custT="1"/>
      <dgm:spPr/>
      <dgm:t>
        <a:bodyPr/>
        <a:lstStyle/>
        <a:p>
          <a:r>
            <a:rPr lang="en-US" sz="1400" b="1"/>
            <a:t>Statistics</a:t>
          </a:r>
        </a:p>
      </dgm:t>
    </dgm:pt>
    <dgm:pt modelId="{15064FDA-B8B9-4A47-ABB0-E0DE255169FE}" type="parTrans" cxnId="{66E5789F-D970-4BCD-A87B-37D1B3A9255A}">
      <dgm:prSet/>
      <dgm:spPr/>
      <dgm:t>
        <a:bodyPr/>
        <a:lstStyle/>
        <a:p>
          <a:endParaRPr lang="en-US" sz="1600"/>
        </a:p>
      </dgm:t>
    </dgm:pt>
    <dgm:pt modelId="{856E6F6B-8FCC-44D9-ADA8-94541107092F}" type="sibTrans" cxnId="{66E5789F-D970-4BCD-A87B-37D1B3A9255A}">
      <dgm:prSet/>
      <dgm:spPr/>
      <dgm:t>
        <a:bodyPr/>
        <a:lstStyle/>
        <a:p>
          <a:endParaRPr lang="en-US" sz="1600"/>
        </a:p>
      </dgm:t>
    </dgm:pt>
    <dgm:pt modelId="{5C10E4FC-DEDA-4184-AD62-7CF14645CD38}">
      <dgm:prSet phldrT="[Text]" custT="1"/>
      <dgm:spPr/>
      <dgm:t>
        <a:bodyPr/>
        <a:lstStyle/>
        <a:p>
          <a:pPr>
            <a:buNone/>
          </a:pPr>
          <a:endParaRPr lang="en-US" sz="1200" u="none" kern="1200" dirty="0"/>
        </a:p>
      </dgm:t>
    </dgm:pt>
    <dgm:pt modelId="{7BFB3E6B-412C-42DC-BE24-D9F078B63B25}" type="parTrans" cxnId="{9024BBF4-9CB2-4EB0-A89B-D7C1FE83FD5F}">
      <dgm:prSet/>
      <dgm:spPr/>
      <dgm:t>
        <a:bodyPr/>
        <a:lstStyle/>
        <a:p>
          <a:endParaRPr lang="en-US" sz="1600"/>
        </a:p>
      </dgm:t>
    </dgm:pt>
    <dgm:pt modelId="{A1D39369-CC8D-4D39-8A70-41603A543F7D}" type="sibTrans" cxnId="{9024BBF4-9CB2-4EB0-A89B-D7C1FE83FD5F}">
      <dgm:prSet/>
      <dgm:spPr/>
      <dgm:t>
        <a:bodyPr/>
        <a:lstStyle/>
        <a:p>
          <a:endParaRPr lang="en-US" sz="1600"/>
        </a:p>
      </dgm:t>
    </dgm:pt>
    <dgm:pt modelId="{E41C641A-1F7E-4D0F-88D0-468E9358612E}">
      <dgm:prSet phldrT="[Text]" custT="1"/>
      <dgm:spPr/>
      <dgm:t>
        <a:bodyPr/>
        <a:lstStyle/>
        <a:p>
          <a:r>
            <a:rPr lang="en-US" sz="1400" b="1"/>
            <a:t>Clinical Pharmacology</a:t>
          </a:r>
        </a:p>
      </dgm:t>
    </dgm:pt>
    <dgm:pt modelId="{7E1A2C54-99C4-4512-BA5D-BD63A5457F5B}" type="parTrans" cxnId="{BD8769DE-3A80-4C4F-BFBA-0E60F7AF5A69}">
      <dgm:prSet/>
      <dgm:spPr/>
      <dgm:t>
        <a:bodyPr/>
        <a:lstStyle/>
        <a:p>
          <a:endParaRPr lang="en-US" sz="1600"/>
        </a:p>
      </dgm:t>
    </dgm:pt>
    <dgm:pt modelId="{FF31BCEF-7EDD-479A-8514-BA940FDE3AD2}" type="sibTrans" cxnId="{BD8769DE-3A80-4C4F-BFBA-0E60F7AF5A69}">
      <dgm:prSet/>
      <dgm:spPr/>
      <dgm:t>
        <a:bodyPr/>
        <a:lstStyle/>
        <a:p>
          <a:endParaRPr lang="en-US" sz="1600"/>
        </a:p>
      </dgm:t>
    </dgm:pt>
    <dgm:pt modelId="{9E7C48BA-AB49-4A1F-8C34-2A97F5F877D1}">
      <dgm:prSet phldrT="[Text]" custT="1"/>
      <dgm:spPr/>
      <dgm:t>
        <a:bodyPr/>
        <a:lstStyle/>
        <a:p>
          <a:pPr marL="114300" indent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b="1" u="none" dirty="0"/>
            <a:t>Exploratory Analysis of mCRC data from FIH (Parts 1 and 4):</a:t>
          </a:r>
        </a:p>
      </dgm:t>
    </dgm:pt>
    <dgm:pt modelId="{65E5A24E-5EB8-450F-AB94-4FF22FAEFC8B}" type="parTrans" cxnId="{9465D40C-6DAC-4D81-B2E9-6A9FB6597D31}">
      <dgm:prSet/>
      <dgm:spPr/>
      <dgm:t>
        <a:bodyPr/>
        <a:lstStyle/>
        <a:p>
          <a:endParaRPr lang="en-US" sz="1600"/>
        </a:p>
      </dgm:t>
    </dgm:pt>
    <dgm:pt modelId="{954C5B78-CD11-4944-B883-5905D43DAC95}" type="sibTrans" cxnId="{9465D40C-6DAC-4D81-B2E9-6A9FB6597D31}">
      <dgm:prSet/>
      <dgm:spPr/>
      <dgm:t>
        <a:bodyPr/>
        <a:lstStyle/>
        <a:p>
          <a:endParaRPr lang="en-US" sz="1600"/>
        </a:p>
      </dgm:t>
    </dgm:pt>
    <dgm:pt modelId="{4A34CB45-AEAC-4A10-914A-87C7B9630163}">
      <dgm:prSet phldrT="[Text]" custT="1"/>
      <dgm:spPr/>
      <dgm:t>
        <a:bodyPr/>
        <a:lstStyle/>
        <a:p>
          <a:pPr marL="114300" indent="0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 typeface="Wingdings" panose="05000000000000000000" pitchFamily="2" charset="2"/>
            <a:buNone/>
          </a:pPr>
          <a:endParaRPr lang="en-US" sz="1200" b="1" u="sng"/>
        </a:p>
      </dgm:t>
    </dgm:pt>
    <dgm:pt modelId="{2B5A5143-24B0-423E-BA23-162BA11B7347}" type="parTrans" cxnId="{882CEF43-0359-410E-B955-7FB429907C14}">
      <dgm:prSet/>
      <dgm:spPr/>
      <dgm:t>
        <a:bodyPr/>
        <a:lstStyle/>
        <a:p>
          <a:endParaRPr lang="en-US"/>
        </a:p>
      </dgm:t>
    </dgm:pt>
    <dgm:pt modelId="{64F71586-DE03-4EDB-86F6-38F759CC7BB9}" type="sibTrans" cxnId="{882CEF43-0359-410E-B955-7FB429907C14}">
      <dgm:prSet/>
      <dgm:spPr/>
      <dgm:t>
        <a:bodyPr/>
        <a:lstStyle/>
        <a:p>
          <a:endParaRPr lang="en-US"/>
        </a:p>
      </dgm:t>
    </dgm:pt>
    <dgm:pt modelId="{D1066E52-394C-4C28-BE97-4922CDC1AEFF}">
      <dgm:prSet custT="1"/>
      <dgm:spPr/>
      <dgm:t>
        <a:bodyPr/>
        <a:lstStyle/>
        <a:p>
          <a:pPr marL="0" indent="0">
            <a:lnSpc>
              <a:spcPct val="100000"/>
            </a:lnSpc>
            <a:spcBef>
              <a:spcPct val="0"/>
            </a:spcBef>
            <a:spcAft>
              <a:spcPts val="0"/>
            </a:spcAft>
            <a:buFont typeface="Wingdings" panose="05000000000000000000" pitchFamily="2" charset="2"/>
            <a:buChar char="q"/>
          </a:pPr>
          <a:endParaRPr lang="en-US" sz="1200" b="0" i="0" u="none" dirty="0"/>
        </a:p>
      </dgm:t>
    </dgm:pt>
    <dgm:pt modelId="{80E7D750-3F99-46B1-A4B6-D7FA4E52725E}" type="parTrans" cxnId="{2BE5D8D9-4E65-444A-AE45-A058AAD62FE3}">
      <dgm:prSet/>
      <dgm:spPr/>
      <dgm:t>
        <a:bodyPr/>
        <a:lstStyle/>
        <a:p>
          <a:endParaRPr lang="en-US"/>
        </a:p>
      </dgm:t>
    </dgm:pt>
    <dgm:pt modelId="{532B61CE-218B-481C-A008-B72B91A1148F}" type="sibTrans" cxnId="{2BE5D8D9-4E65-444A-AE45-A058AAD62FE3}">
      <dgm:prSet/>
      <dgm:spPr/>
      <dgm:t>
        <a:bodyPr/>
        <a:lstStyle/>
        <a:p>
          <a:endParaRPr lang="en-US"/>
        </a:p>
      </dgm:t>
    </dgm:pt>
    <dgm:pt modelId="{1AB1E034-3E9A-447C-8F9F-3B50C41E1A64}">
      <dgm:prSet custT="1"/>
      <dgm:spPr/>
      <dgm:t>
        <a:bodyPr/>
        <a:lstStyle/>
        <a:p>
          <a:pPr marL="114300" indent="-118872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dirty="0"/>
            <a:t>Impact of </a:t>
          </a:r>
          <a:r>
            <a:rPr lang="en-US" sz="1200" b="1" u="none" dirty="0"/>
            <a:t>ADC and payload exposures on death</a:t>
          </a:r>
        </a:p>
      </dgm:t>
    </dgm:pt>
    <dgm:pt modelId="{ED8A4A8A-EA3D-4122-9B8D-BBB6B3584287}" type="parTrans" cxnId="{2AB45CA5-4661-494B-9A16-DA49574EA02E}">
      <dgm:prSet/>
      <dgm:spPr/>
      <dgm:t>
        <a:bodyPr/>
        <a:lstStyle/>
        <a:p>
          <a:endParaRPr lang="en-US"/>
        </a:p>
      </dgm:t>
    </dgm:pt>
    <dgm:pt modelId="{530114EB-B800-418C-A5E7-E67A68FB838A}" type="sibTrans" cxnId="{2AB45CA5-4661-494B-9A16-DA49574EA02E}">
      <dgm:prSet/>
      <dgm:spPr/>
      <dgm:t>
        <a:bodyPr/>
        <a:lstStyle/>
        <a:p>
          <a:endParaRPr lang="en-US"/>
        </a:p>
      </dgm:t>
    </dgm:pt>
    <dgm:pt modelId="{316E75B8-6E4D-4469-B8F3-1664AD86D470}">
      <dgm:prSet custT="1"/>
      <dgm:spPr/>
      <dgm:t>
        <a:bodyPr/>
        <a:lstStyle/>
        <a:p>
          <a:pPr marL="114300" indent="-118872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dirty="0"/>
            <a:t>Impact of </a:t>
          </a:r>
          <a:r>
            <a:rPr lang="en-US" sz="1200" b="1" u="none" dirty="0"/>
            <a:t>baseline characteristics on ADC and payload exposures</a:t>
          </a:r>
        </a:p>
      </dgm:t>
    </dgm:pt>
    <dgm:pt modelId="{06675073-3235-46E7-A073-566437FF20F7}" type="parTrans" cxnId="{58E2DEBA-C795-4CB4-BA9E-C7DB6109A2C5}">
      <dgm:prSet/>
      <dgm:spPr/>
      <dgm:t>
        <a:bodyPr/>
        <a:lstStyle/>
        <a:p>
          <a:endParaRPr lang="en-US"/>
        </a:p>
      </dgm:t>
    </dgm:pt>
    <dgm:pt modelId="{4CE7574A-3FC6-4A80-9DDC-8574EB2B93D9}" type="sibTrans" cxnId="{58E2DEBA-C795-4CB4-BA9E-C7DB6109A2C5}">
      <dgm:prSet/>
      <dgm:spPr/>
      <dgm:t>
        <a:bodyPr/>
        <a:lstStyle/>
        <a:p>
          <a:endParaRPr lang="en-US"/>
        </a:p>
      </dgm:t>
    </dgm:pt>
    <dgm:pt modelId="{D14BEDB3-3324-4AD1-A3D8-FCBADC6105A4}">
      <dgm:prSet custT="1"/>
      <dgm:spPr/>
      <dgm:t>
        <a:bodyPr/>
        <a:lstStyle/>
        <a:p>
          <a:pPr marL="114300" indent="-118872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1" u="none" dirty="0"/>
            <a:t>Covariate effects</a:t>
          </a:r>
          <a:r>
            <a:rPr lang="en-US" sz="1200" b="0" u="none" dirty="0"/>
            <a:t> by baseline characteristics on the correlation between ADC and payload exposures and death</a:t>
          </a:r>
        </a:p>
      </dgm:t>
    </dgm:pt>
    <dgm:pt modelId="{78E9E244-5E7A-48AC-BF1C-1C9C3CF19508}" type="parTrans" cxnId="{9E0D05D5-C1E2-4C92-A2E5-3C4C64B980DA}">
      <dgm:prSet/>
      <dgm:spPr/>
      <dgm:t>
        <a:bodyPr/>
        <a:lstStyle/>
        <a:p>
          <a:endParaRPr lang="en-US"/>
        </a:p>
      </dgm:t>
    </dgm:pt>
    <dgm:pt modelId="{E3420F6E-87CB-4E7E-B615-DE35DDD58A25}" type="sibTrans" cxnId="{9E0D05D5-C1E2-4C92-A2E5-3C4C64B980DA}">
      <dgm:prSet/>
      <dgm:spPr/>
      <dgm:t>
        <a:bodyPr/>
        <a:lstStyle/>
        <a:p>
          <a:endParaRPr lang="en-US"/>
        </a:p>
      </dgm:t>
    </dgm:pt>
    <dgm:pt modelId="{8DC04D0F-0626-4C4F-89C7-76B4003E4376}">
      <dgm:prSet custT="1"/>
      <dgm:spPr/>
      <dgm:t>
        <a:bodyPr/>
        <a:lstStyle/>
        <a:p>
          <a:pPr marL="114300" indent="-118872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dirty="0"/>
            <a:t>Impact of </a:t>
          </a:r>
          <a:r>
            <a:rPr lang="en-US" sz="1200" b="1" u="none" dirty="0"/>
            <a:t>baseline tumor size on ADC internalization and payload release</a:t>
          </a:r>
          <a:r>
            <a:rPr lang="en-US" sz="1200" b="0" u="none" dirty="0"/>
            <a:t>: This included analysis of payload to ADC exposure ratios by baseline tumor size </a:t>
          </a:r>
        </a:p>
      </dgm:t>
    </dgm:pt>
    <dgm:pt modelId="{C31984F4-6A83-403A-AB48-28F343C71F01}" type="parTrans" cxnId="{6CAE5810-E23B-4829-963D-706289D78521}">
      <dgm:prSet/>
      <dgm:spPr/>
      <dgm:t>
        <a:bodyPr/>
        <a:lstStyle/>
        <a:p>
          <a:endParaRPr lang="en-US"/>
        </a:p>
      </dgm:t>
    </dgm:pt>
    <dgm:pt modelId="{370BDB56-043F-4F3B-B8D4-985A4E7933CD}" type="sibTrans" cxnId="{6CAE5810-E23B-4829-963D-706289D78521}">
      <dgm:prSet/>
      <dgm:spPr/>
      <dgm:t>
        <a:bodyPr/>
        <a:lstStyle/>
        <a:p>
          <a:endParaRPr lang="en-US"/>
        </a:p>
      </dgm:t>
    </dgm:pt>
    <dgm:pt modelId="{C95A661C-366F-4C55-B795-E0990C395265}">
      <dgm:prSet custT="1"/>
      <dgm:spPr/>
      <dgm:t>
        <a:bodyPr/>
        <a:lstStyle/>
        <a:p>
          <a:pPr marL="114300" indent="-118872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dirty="0"/>
            <a:t>Impact of </a:t>
          </a:r>
          <a:r>
            <a:rPr lang="en-US" sz="1200" b="1" u="none" dirty="0"/>
            <a:t>ADC and payload exposures on PFS/OS</a:t>
          </a:r>
        </a:p>
      </dgm:t>
    </dgm:pt>
    <dgm:pt modelId="{36B39EE9-3E4E-4146-B534-A923F60ED1AE}" type="parTrans" cxnId="{E738687F-FE5A-478E-8993-1E50D6F839C7}">
      <dgm:prSet/>
      <dgm:spPr/>
      <dgm:t>
        <a:bodyPr/>
        <a:lstStyle/>
        <a:p>
          <a:endParaRPr lang="en-US"/>
        </a:p>
      </dgm:t>
    </dgm:pt>
    <dgm:pt modelId="{964F86EF-969A-43CB-A967-4F9D2B1B1E4D}" type="sibTrans" cxnId="{E738687F-FE5A-478E-8993-1E50D6F839C7}">
      <dgm:prSet/>
      <dgm:spPr/>
      <dgm:t>
        <a:bodyPr/>
        <a:lstStyle/>
        <a:p>
          <a:endParaRPr lang="en-US"/>
        </a:p>
      </dgm:t>
    </dgm:pt>
    <dgm:pt modelId="{80ABD1A3-A1EA-4AF0-8524-DFFB875FA71C}">
      <dgm:prSet custT="1"/>
      <dgm:spPr/>
      <dgm:t>
        <a:bodyPr/>
        <a:lstStyle/>
        <a:p>
          <a:pPr marL="114300" indent="0">
            <a:lnSpc>
              <a:spcPct val="100000"/>
            </a:lnSpc>
            <a:spcBef>
              <a:spcPct val="0"/>
            </a:spcBef>
            <a:spcAft>
              <a:spcPts val="0"/>
            </a:spcAft>
            <a:buFont typeface="Wingdings" panose="05000000000000000000" pitchFamily="2" charset="2"/>
            <a:buChar char="q"/>
          </a:pPr>
          <a:endParaRPr lang="en-US" sz="1200" b="0" u="none"/>
        </a:p>
      </dgm:t>
    </dgm:pt>
    <dgm:pt modelId="{0A071528-C314-4FF7-ACA4-82D0E6100B28}" type="parTrans" cxnId="{E591C26A-6DA5-405A-BA63-5C4960B743E8}">
      <dgm:prSet/>
      <dgm:spPr/>
      <dgm:t>
        <a:bodyPr/>
        <a:lstStyle/>
        <a:p>
          <a:endParaRPr lang="en-US"/>
        </a:p>
      </dgm:t>
    </dgm:pt>
    <dgm:pt modelId="{5FAAF9DB-0FE5-45E3-9B6F-FBB396809438}" type="sibTrans" cxnId="{E591C26A-6DA5-405A-BA63-5C4960B743E8}">
      <dgm:prSet/>
      <dgm:spPr/>
      <dgm:t>
        <a:bodyPr/>
        <a:lstStyle/>
        <a:p>
          <a:endParaRPr lang="en-US"/>
        </a:p>
      </dgm:t>
    </dgm:pt>
    <dgm:pt modelId="{8DA1F6D8-8C0C-46BE-8ABF-39D1E6B971EC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Advanced statistical modelling PFS and OS utilizing FIH and 064 Stage 1 data, and possibly external data w/comparable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MoA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 of the drugs and appropriate inclusion/exclusion criteria</a:t>
          </a:r>
          <a:endParaRPr lang="en-US" sz="1200" u="none" kern="1200" dirty="0">
            <a:latin typeface="Aptos" panose="020B0004020202020204" pitchFamily="34" charset="0"/>
          </a:endParaRPr>
        </a:p>
      </dgm:t>
    </dgm:pt>
    <dgm:pt modelId="{F012E0AA-CD78-47D7-845F-83CFE2087E94}" type="parTrans" cxnId="{C3156900-6363-436D-99A9-E4C496EE290B}">
      <dgm:prSet/>
      <dgm:spPr/>
      <dgm:t>
        <a:bodyPr/>
        <a:lstStyle/>
        <a:p>
          <a:endParaRPr lang="en-US"/>
        </a:p>
      </dgm:t>
    </dgm:pt>
    <dgm:pt modelId="{C35B7BDA-D7E4-4505-99BA-86CC98CF8330}" type="sibTrans" cxnId="{C3156900-6363-436D-99A9-E4C496EE290B}">
      <dgm:prSet/>
      <dgm:spPr/>
      <dgm:t>
        <a:bodyPr/>
        <a:lstStyle/>
        <a:p>
          <a:endParaRPr lang="en-US"/>
        </a:p>
      </dgm:t>
    </dgm:pt>
    <dgm:pt modelId="{0185DFA4-DE7E-49CC-8C53-B25DDE7FB34C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q"/>
          </a:pPr>
          <a:r>
            <a:rPr lang="en-US" sz="1200" b="1" kern="1200" dirty="0"/>
            <a:t>Further monitoring</a:t>
          </a:r>
          <a:r>
            <a:rPr lang="en-US" sz="1200" kern="1200" dirty="0"/>
            <a:t> of death rates in Stage 1 of	 064 study</a:t>
          </a:r>
        </a:p>
      </dgm:t>
    </dgm:pt>
    <dgm:pt modelId="{322D1A15-1779-4944-8D08-30FE0DFE54E9}" type="parTrans" cxnId="{92DF0071-55FA-4866-A928-DFE69CB86BD9}">
      <dgm:prSet/>
      <dgm:spPr/>
      <dgm:t>
        <a:bodyPr/>
        <a:lstStyle/>
        <a:p>
          <a:endParaRPr lang="en-US"/>
        </a:p>
      </dgm:t>
    </dgm:pt>
    <dgm:pt modelId="{A3DE5472-E0E2-4D2F-8C37-60436FE20E37}" type="sibTrans" cxnId="{92DF0071-55FA-4866-A928-DFE69CB86BD9}">
      <dgm:prSet/>
      <dgm:spPr/>
      <dgm:t>
        <a:bodyPr/>
        <a:lstStyle/>
        <a:p>
          <a:endParaRPr lang="en-US"/>
        </a:p>
      </dgm:t>
    </dgm:pt>
    <dgm:pt modelId="{BD7757F1-1262-4761-9007-92F1AA33C4D5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ü"/>
          </a:pPr>
          <a:r>
            <a:rPr lang="en-US" sz="1200" kern="1200" dirty="0"/>
            <a:t>Safety profile of </a:t>
          </a:r>
          <a:r>
            <a:rPr lang="en-US" sz="1200" b="1" kern="1200" dirty="0"/>
            <a:t>11 deaths</a:t>
          </a:r>
          <a:endParaRPr lang="en-US" sz="1200" kern="1200" dirty="0"/>
        </a:p>
      </dgm:t>
    </dgm:pt>
    <dgm:pt modelId="{F682DB93-0417-4643-AB30-5EC4D40DA0C2}" type="parTrans" cxnId="{B583F938-96E9-4444-912E-64DBE020797A}">
      <dgm:prSet/>
      <dgm:spPr/>
      <dgm:t>
        <a:bodyPr/>
        <a:lstStyle/>
        <a:p>
          <a:endParaRPr lang="en-US"/>
        </a:p>
      </dgm:t>
    </dgm:pt>
    <dgm:pt modelId="{2C30CA01-7099-44BD-A288-2DF314F2649B}" type="sibTrans" cxnId="{B583F938-96E9-4444-912E-64DBE020797A}">
      <dgm:prSet/>
      <dgm:spPr/>
      <dgm:t>
        <a:bodyPr/>
        <a:lstStyle/>
        <a:p>
          <a:endParaRPr lang="en-US"/>
        </a:p>
      </dgm:t>
    </dgm:pt>
    <dgm:pt modelId="{C0739C7D-FB89-448F-A4A8-77D81C22D0F0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q"/>
          </a:pPr>
          <a:endParaRPr lang="en-US" sz="1200" kern="1200" dirty="0"/>
        </a:p>
      </dgm:t>
    </dgm:pt>
    <dgm:pt modelId="{D86C5D6B-14F4-4C78-94C9-C813F403EB65}" type="parTrans" cxnId="{A0B3B792-1104-4119-84A3-35053D3CC37B}">
      <dgm:prSet/>
      <dgm:spPr/>
      <dgm:t>
        <a:bodyPr/>
        <a:lstStyle/>
        <a:p>
          <a:endParaRPr lang="en-US"/>
        </a:p>
      </dgm:t>
    </dgm:pt>
    <dgm:pt modelId="{3B360415-6BBD-4E7C-ADE8-A08C72E08C3F}" type="sibTrans" cxnId="{A0B3B792-1104-4119-84A3-35053D3CC37B}">
      <dgm:prSet/>
      <dgm:spPr/>
      <dgm:t>
        <a:bodyPr/>
        <a:lstStyle/>
        <a:p>
          <a:endParaRPr lang="en-US"/>
        </a:p>
      </dgm:t>
    </dgm:pt>
    <dgm:pt modelId="{712652E7-A12F-4178-A9F4-589C47088A98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q"/>
          </a:pPr>
          <a:r>
            <a:rPr lang="en-US" sz="1200" b="1" kern="1200" dirty="0"/>
            <a:t>Complete safety analysis </a:t>
          </a:r>
          <a:r>
            <a:rPr lang="en-US" sz="1200" kern="1200" dirty="0"/>
            <a:t>of Stage 1 data at new KDA #2</a:t>
          </a:r>
        </a:p>
      </dgm:t>
    </dgm:pt>
    <dgm:pt modelId="{00D5B230-0569-498C-A7ED-1AAC115BA414}" type="parTrans" cxnId="{9B85B23E-F0C3-46D8-969D-D10893093E43}">
      <dgm:prSet/>
      <dgm:spPr/>
      <dgm:t>
        <a:bodyPr/>
        <a:lstStyle/>
        <a:p>
          <a:endParaRPr lang="en-US"/>
        </a:p>
      </dgm:t>
    </dgm:pt>
    <dgm:pt modelId="{6BA2B42F-BFFF-4413-985F-BBB0BB3F0E17}" type="sibTrans" cxnId="{9B85B23E-F0C3-46D8-969D-D10893093E43}">
      <dgm:prSet/>
      <dgm:spPr/>
      <dgm:t>
        <a:bodyPr/>
        <a:lstStyle/>
        <a:p>
          <a:endParaRPr lang="en-US"/>
        </a:p>
      </dgm:t>
    </dgm:pt>
    <dgm:pt modelId="{E8D2A777-8B3C-4DF5-AEDF-6B079DD35C58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q"/>
          </a:pPr>
          <a:endParaRPr lang="en-US" sz="1200" kern="1200" dirty="0"/>
        </a:p>
      </dgm:t>
    </dgm:pt>
    <dgm:pt modelId="{01CF23C3-BC97-4236-A3C9-FA94D3E15B5B}" type="parTrans" cxnId="{06D5462D-404E-4B68-92D4-EE546C6DF8BF}">
      <dgm:prSet/>
      <dgm:spPr/>
      <dgm:t>
        <a:bodyPr/>
        <a:lstStyle/>
        <a:p>
          <a:endParaRPr lang="en-US"/>
        </a:p>
      </dgm:t>
    </dgm:pt>
    <dgm:pt modelId="{DA93A0E5-1B6D-4B9B-94B9-F64291E37024}" type="sibTrans" cxnId="{06D5462D-404E-4B68-92D4-EE546C6DF8BF}">
      <dgm:prSet/>
      <dgm:spPr/>
      <dgm:t>
        <a:bodyPr/>
        <a:lstStyle/>
        <a:p>
          <a:endParaRPr lang="en-US"/>
        </a:p>
      </dgm:t>
    </dgm:pt>
    <dgm:pt modelId="{36516585-647F-4B88-B6E5-D94853585F9D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q"/>
          </a:pPr>
          <a:r>
            <a:rPr lang="en-US" sz="1200" kern="1200" dirty="0"/>
            <a:t>Additional analysis:</a:t>
          </a:r>
        </a:p>
      </dgm:t>
    </dgm:pt>
    <dgm:pt modelId="{4C34C1BB-6E1A-47EA-B4B5-39BCF0AF79C8}" type="parTrans" cxnId="{B4D8A8C1-EB36-407B-9287-C1C8D98869F6}">
      <dgm:prSet/>
      <dgm:spPr/>
      <dgm:t>
        <a:bodyPr/>
        <a:lstStyle/>
        <a:p>
          <a:endParaRPr lang="en-US"/>
        </a:p>
      </dgm:t>
    </dgm:pt>
    <dgm:pt modelId="{739775A9-4E42-46FD-B2D5-3F9032DD0B50}" type="sibTrans" cxnId="{B4D8A8C1-EB36-407B-9287-C1C8D98869F6}">
      <dgm:prSet/>
      <dgm:spPr/>
      <dgm:t>
        <a:bodyPr/>
        <a:lstStyle/>
        <a:p>
          <a:endParaRPr lang="en-US"/>
        </a:p>
      </dgm:t>
    </dgm:pt>
    <dgm:pt modelId="{636C130F-BC6E-42D3-AF09-596AC0CDC4D6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ü"/>
          </a:pPr>
          <a:r>
            <a:rPr lang="en-US" sz="1200" kern="1200" dirty="0"/>
            <a:t>Safety summary </a:t>
          </a:r>
          <a:r>
            <a:rPr lang="en-US" sz="1200" b="1" kern="1200" dirty="0"/>
            <a:t>by 4L patients and 3L patients</a:t>
          </a:r>
          <a:endParaRPr lang="en-US" sz="1200" kern="1200" dirty="0"/>
        </a:p>
      </dgm:t>
    </dgm:pt>
    <dgm:pt modelId="{7E7DF197-88AC-42EA-8842-6C80AB3EEDF3}" type="parTrans" cxnId="{F56D7F3A-030E-4E57-A893-09FCC8747459}">
      <dgm:prSet/>
      <dgm:spPr/>
    </dgm:pt>
    <dgm:pt modelId="{52CC59AD-2443-4E17-A73F-415D2542595A}" type="sibTrans" cxnId="{F56D7F3A-030E-4E57-A893-09FCC8747459}">
      <dgm:prSet/>
      <dgm:spPr/>
    </dgm:pt>
    <dgm:pt modelId="{FD9FBCBB-528E-489F-A267-B50D2FBF0AFF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ü"/>
          </a:pPr>
          <a:r>
            <a:rPr lang="en-US" sz="1200" b="1" kern="1200" dirty="0"/>
            <a:t>Additional factors </a:t>
          </a:r>
          <a:r>
            <a:rPr lang="en-US" sz="1200" kern="1200" dirty="0"/>
            <a:t>(body weight, high tumor burden, any imbalance in subsequent therapies, etc.) and subsequent dosing modifications to further improve the risk-benefit profile (e.g. lowering the bodyweight dosing cap further)</a:t>
          </a:r>
        </a:p>
      </dgm:t>
    </dgm:pt>
    <dgm:pt modelId="{D5D316C1-B206-4E9B-B9CD-DC60710ECBB9}" type="parTrans" cxnId="{2B5281DB-381D-4ADE-9A0A-EBE357AF988F}">
      <dgm:prSet/>
      <dgm:spPr/>
    </dgm:pt>
    <dgm:pt modelId="{657B2DCD-163F-442E-ACFC-EEE8F316D692}" type="sibTrans" cxnId="{2B5281DB-381D-4ADE-9A0A-EBE357AF988F}">
      <dgm:prSet/>
      <dgm:spPr/>
    </dgm:pt>
    <dgm:pt modelId="{B2D67885-B9AB-44B3-BDC7-4A5959BAF57E}">
      <dgm:prSet custT="1"/>
      <dgm:spPr/>
      <dgm:t>
        <a:bodyPr/>
        <a:lstStyle/>
        <a:p>
          <a:pPr marL="114300" algn="l">
            <a:buFont typeface="Wingdings" panose="05000000000000000000" pitchFamily="2" charset="2"/>
            <a:buChar char="ü"/>
          </a:pPr>
          <a:r>
            <a:rPr lang="en-US" sz="1200" kern="1200" dirty="0"/>
            <a:t>Safety summary </a:t>
          </a:r>
          <a:r>
            <a:rPr lang="en-US" sz="1200" b="1" kern="1200" dirty="0"/>
            <a:t>by </a:t>
          </a:r>
          <a:r>
            <a:rPr lang="en-US" sz="1200" b="1" kern="1200" dirty="0" err="1"/>
            <a:t>cMET</a:t>
          </a:r>
          <a:r>
            <a:rPr lang="en-US" sz="1200" b="1" kern="1200" dirty="0"/>
            <a:t> expression </a:t>
          </a:r>
          <a:endParaRPr lang="en-US" sz="1200" kern="1200" dirty="0"/>
        </a:p>
      </dgm:t>
    </dgm:pt>
    <dgm:pt modelId="{8C3BC1D4-7650-470E-B9BB-C0628C3A0476}" type="parTrans" cxnId="{68631157-D663-4EA0-A239-33C76F35C9F5}">
      <dgm:prSet/>
      <dgm:spPr/>
      <dgm:t>
        <a:bodyPr/>
        <a:lstStyle/>
        <a:p>
          <a:endParaRPr lang="en-US"/>
        </a:p>
      </dgm:t>
    </dgm:pt>
    <dgm:pt modelId="{872D3204-1BB2-4990-BE87-BDCBE7868570}" type="sibTrans" cxnId="{68631157-D663-4EA0-A239-33C76F35C9F5}">
      <dgm:prSet/>
      <dgm:spPr/>
      <dgm:t>
        <a:bodyPr/>
        <a:lstStyle/>
        <a:p>
          <a:endParaRPr lang="en-US"/>
        </a:p>
      </dgm:t>
    </dgm:pt>
    <dgm:pt modelId="{88D14298-EE12-478B-8F2F-3FE6573CB180}">
      <dgm:prSet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	Bayesian modelling framework</a:t>
          </a:r>
        </a:p>
      </dgm:t>
    </dgm:pt>
    <dgm:pt modelId="{8F22C49B-83AC-41A4-BB0B-25B3400F1839}" type="parTrans" cxnId="{3542CFA3-9B25-4DCA-9D5A-052172E56233}">
      <dgm:prSet/>
      <dgm:spPr/>
      <dgm:t>
        <a:bodyPr/>
        <a:lstStyle/>
        <a:p>
          <a:endParaRPr lang="en-US"/>
        </a:p>
      </dgm:t>
    </dgm:pt>
    <dgm:pt modelId="{C4CC8D92-6B38-4CC1-B11D-A4A04E9F3A71}" type="sibTrans" cxnId="{3542CFA3-9B25-4DCA-9D5A-052172E56233}">
      <dgm:prSet/>
      <dgm:spPr/>
      <dgm:t>
        <a:bodyPr/>
        <a:lstStyle/>
        <a:p>
          <a:endParaRPr lang="en-US"/>
        </a:p>
      </dgm:t>
    </dgm:pt>
    <dgm:pt modelId="{8375F4EB-BB37-4E9F-9E66-F630DF4B03F3}">
      <dgm:prSet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	Piecewise exponential model, semi-competing risk model, joint modelling of longitudinal data (e.g., tumor size, response, progression, AUC/ Cmax/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Cavg</a:t>
          </a: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/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Cmin</a:t>
          </a: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,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) and PFS or OS,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endParaRPr lang="en-US" sz="1200" dirty="0">
            <a:latin typeface="Aptos" panose="020B0004020202020204" pitchFamily="34" charset="0"/>
            <a:cs typeface="Arial" panose="020B0604020202020204" pitchFamily="34" charset="0"/>
          </a:endParaRPr>
        </a:p>
      </dgm:t>
    </dgm:pt>
    <dgm:pt modelId="{0B9B2567-E0C2-43ED-84DC-CC491D7974B1}" type="parTrans" cxnId="{5D9C8A7B-A9F5-464F-A37C-9549044F17A9}">
      <dgm:prSet/>
      <dgm:spPr/>
      <dgm:t>
        <a:bodyPr/>
        <a:lstStyle/>
        <a:p>
          <a:endParaRPr lang="en-US"/>
        </a:p>
      </dgm:t>
    </dgm:pt>
    <dgm:pt modelId="{F335DBF1-C27B-435D-B040-BE83D6D82191}" type="sibTrans" cxnId="{5D9C8A7B-A9F5-464F-A37C-9549044F17A9}">
      <dgm:prSet/>
      <dgm:spPr/>
      <dgm:t>
        <a:bodyPr/>
        <a:lstStyle/>
        <a:p>
          <a:endParaRPr lang="en-US"/>
        </a:p>
      </dgm:t>
    </dgm:pt>
    <dgm:pt modelId="{66CEF7E9-0CDA-4CE8-AEA2-96639A126484}">
      <dgm:prSet custT="1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Obtain posterior probabilities based on the model </a:t>
          </a:r>
        </a:p>
      </dgm:t>
    </dgm:pt>
    <dgm:pt modelId="{5999BF98-D37C-4E36-8BE4-E7EF791E9CD8}" type="parTrans" cxnId="{23363C34-4CF4-4C45-957F-530FDF54A3B4}">
      <dgm:prSet/>
      <dgm:spPr/>
      <dgm:t>
        <a:bodyPr/>
        <a:lstStyle/>
        <a:p>
          <a:endParaRPr lang="en-US"/>
        </a:p>
      </dgm:t>
    </dgm:pt>
    <dgm:pt modelId="{57D5569E-DF87-4EFD-8EE1-7482553B9825}" type="sibTrans" cxnId="{23363C34-4CF4-4C45-957F-530FDF54A3B4}">
      <dgm:prSet/>
      <dgm:spPr/>
      <dgm:t>
        <a:bodyPr/>
        <a:lstStyle/>
        <a:p>
          <a:endParaRPr lang="en-US"/>
        </a:p>
      </dgm:t>
    </dgm:pt>
    <dgm:pt modelId="{28390273-F4A4-4528-8F0C-E1E82E8FF390}">
      <dgm:prSet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	Posterior Prob(HR&lt;1 | Data today)</a:t>
          </a:r>
        </a:p>
      </dgm:t>
    </dgm:pt>
    <dgm:pt modelId="{A0FAAB01-D288-4BB9-91DF-B61D02364F7D}" type="parTrans" cxnId="{78320C61-AA7A-4E2A-A967-7445B914639F}">
      <dgm:prSet/>
      <dgm:spPr/>
      <dgm:t>
        <a:bodyPr/>
        <a:lstStyle/>
        <a:p>
          <a:endParaRPr lang="en-US"/>
        </a:p>
      </dgm:t>
    </dgm:pt>
    <dgm:pt modelId="{36EE7238-1D24-478F-8F32-BFFCE00DDFA5}" type="sibTrans" cxnId="{78320C61-AA7A-4E2A-A967-7445B914639F}">
      <dgm:prSet/>
      <dgm:spPr/>
      <dgm:t>
        <a:bodyPr/>
        <a:lstStyle/>
        <a:p>
          <a:endParaRPr lang="en-US"/>
        </a:p>
      </dgm:t>
    </dgm:pt>
    <dgm:pt modelId="{6B4976F7-E6A4-4CBF-A51E-D544DA335A37}">
      <dgm:prSet custT="1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Utilize the model to predict future PFS or OS outcomes in M24-064 </a:t>
          </a:r>
        </a:p>
      </dgm:t>
    </dgm:pt>
    <dgm:pt modelId="{C4BC811A-AF5E-4C8E-BDA9-4F2E0FE94AC9}" type="parTrans" cxnId="{CB544287-9AD2-4235-BC91-AFF88D8287E0}">
      <dgm:prSet/>
      <dgm:spPr/>
      <dgm:t>
        <a:bodyPr/>
        <a:lstStyle/>
        <a:p>
          <a:endParaRPr lang="en-US"/>
        </a:p>
      </dgm:t>
    </dgm:pt>
    <dgm:pt modelId="{B2B6F9E0-7483-4107-80CD-7F3D0FEC4706}" type="sibTrans" cxnId="{CB544287-9AD2-4235-BC91-AFF88D8287E0}">
      <dgm:prSet/>
      <dgm:spPr/>
      <dgm:t>
        <a:bodyPr/>
        <a:lstStyle/>
        <a:p>
          <a:endParaRPr lang="en-US"/>
        </a:p>
      </dgm:t>
    </dgm:pt>
    <dgm:pt modelId="{F1296B12-6E78-4D4F-92A3-FA7F04665692}">
      <dgm:prSet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	Pred Prob(HR &lt;1 when # of events = xx)</a:t>
          </a:r>
        </a:p>
      </dgm:t>
    </dgm:pt>
    <dgm:pt modelId="{A330BDDC-1362-46FC-A50B-9C1A796F985B}" type="parTrans" cxnId="{06F76A20-C390-49F2-A8F0-DB2F5E21A155}">
      <dgm:prSet/>
      <dgm:spPr/>
      <dgm:t>
        <a:bodyPr/>
        <a:lstStyle/>
        <a:p>
          <a:endParaRPr lang="en-US"/>
        </a:p>
      </dgm:t>
    </dgm:pt>
    <dgm:pt modelId="{B38B6784-C847-44E8-BEE4-240348AEF5AE}" type="sibTrans" cxnId="{06F76A20-C390-49F2-A8F0-DB2F5E21A155}">
      <dgm:prSet/>
      <dgm:spPr/>
      <dgm:t>
        <a:bodyPr/>
        <a:lstStyle/>
        <a:p>
          <a:endParaRPr lang="en-US"/>
        </a:p>
      </dgm:t>
    </dgm:pt>
    <dgm:pt modelId="{535B882D-529E-4466-8620-F64274A63688}">
      <dgm:prSet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	Posterior Prob(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yyy</a:t>
          </a: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 | Data today),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endParaRPr lang="en-US" sz="1200" dirty="0">
            <a:latin typeface="Aptos" panose="020B0004020202020204" pitchFamily="34" charset="0"/>
            <a:cs typeface="Arial" panose="020B0604020202020204" pitchFamily="34" charset="0"/>
          </a:endParaRPr>
        </a:p>
      </dgm:t>
    </dgm:pt>
    <dgm:pt modelId="{1AD44BED-87DB-4899-A583-EB7B2D31DBF7}" type="parTrans" cxnId="{61F663DC-60E6-4109-9B9F-495C57D2D474}">
      <dgm:prSet/>
      <dgm:spPr/>
      <dgm:t>
        <a:bodyPr/>
        <a:lstStyle/>
        <a:p>
          <a:endParaRPr lang="en-US"/>
        </a:p>
      </dgm:t>
    </dgm:pt>
    <dgm:pt modelId="{8530B146-A3D2-4600-8C31-F191C29C14D7}" type="sibTrans" cxnId="{61F663DC-60E6-4109-9B9F-495C57D2D474}">
      <dgm:prSet/>
      <dgm:spPr/>
      <dgm:t>
        <a:bodyPr/>
        <a:lstStyle/>
        <a:p>
          <a:endParaRPr lang="en-US"/>
        </a:p>
      </dgm:t>
    </dgm:pt>
    <dgm:pt modelId="{0961271E-4DB0-491A-81AC-ADB11F555362}">
      <dgm:prSet custT="1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	Pred Prob(zzz),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r>
            <a:rPr lang="en-US" sz="1200" dirty="0">
              <a:latin typeface="Aptos" panose="020B0004020202020204" pitchFamily="34" charset="0"/>
              <a:cs typeface="Arial" panose="020B0604020202020204" pitchFamily="34" charset="0"/>
            </a:rPr>
            <a:t> </a:t>
          </a:r>
          <a:r>
            <a:rPr lang="en-US" sz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endParaRPr lang="en-US" sz="1200" dirty="0">
            <a:latin typeface="Aptos" panose="020B0004020202020204" pitchFamily="34" charset="0"/>
            <a:cs typeface="Arial" panose="020B0604020202020204" pitchFamily="34" charset="0"/>
          </a:endParaRPr>
        </a:p>
      </dgm:t>
    </dgm:pt>
    <dgm:pt modelId="{EE319FF1-D86E-411B-BA65-9E252E56292E}" type="parTrans" cxnId="{7ED009A3-A1C1-4F46-AA8B-CB32A08F32A2}">
      <dgm:prSet/>
      <dgm:spPr/>
      <dgm:t>
        <a:bodyPr/>
        <a:lstStyle/>
        <a:p>
          <a:endParaRPr lang="en-US"/>
        </a:p>
      </dgm:t>
    </dgm:pt>
    <dgm:pt modelId="{F517F445-4B77-4814-8FD2-AB928E2C1AE1}" type="sibTrans" cxnId="{7ED009A3-A1C1-4F46-AA8B-CB32A08F32A2}">
      <dgm:prSet/>
      <dgm:spPr/>
      <dgm:t>
        <a:bodyPr/>
        <a:lstStyle/>
        <a:p>
          <a:endParaRPr lang="en-US"/>
        </a:p>
      </dgm:t>
    </dgm:pt>
    <dgm:pt modelId="{268DE570-4248-46C6-8F09-7D2CA4B73201}" type="pres">
      <dgm:prSet presAssocID="{B0AE8596-9A9A-4B20-9A22-D5DEA0466503}" presName="Name0" presStyleCnt="0">
        <dgm:presLayoutVars>
          <dgm:dir/>
          <dgm:animLvl val="lvl"/>
          <dgm:resizeHandles val="exact"/>
        </dgm:presLayoutVars>
      </dgm:prSet>
      <dgm:spPr/>
    </dgm:pt>
    <dgm:pt modelId="{F9A535C7-C778-4C20-B6A4-E1A1D9FD2D51}" type="pres">
      <dgm:prSet presAssocID="{84DDA2EF-39B8-4BF8-BA91-8F3DFB2CD7BA}" presName="composite" presStyleCnt="0"/>
      <dgm:spPr/>
    </dgm:pt>
    <dgm:pt modelId="{BEC78CEE-2DC0-4098-9381-D6A391964076}" type="pres">
      <dgm:prSet presAssocID="{84DDA2EF-39B8-4BF8-BA91-8F3DFB2CD7BA}" presName="parTx" presStyleLbl="alignNode1" presStyleIdx="0" presStyleCnt="3" custScaleX="103595" custScaleY="100000">
        <dgm:presLayoutVars>
          <dgm:chMax val="0"/>
          <dgm:chPref val="0"/>
          <dgm:bulletEnabled val="1"/>
        </dgm:presLayoutVars>
      </dgm:prSet>
      <dgm:spPr/>
    </dgm:pt>
    <dgm:pt modelId="{DBFFD9A9-0408-4000-9042-7568332032C7}" type="pres">
      <dgm:prSet presAssocID="{84DDA2EF-39B8-4BF8-BA91-8F3DFB2CD7BA}" presName="desTx" presStyleLbl="alignAccFollowNode1" presStyleIdx="0" presStyleCnt="3" custScaleX="103595">
        <dgm:presLayoutVars>
          <dgm:bulletEnabled val="1"/>
        </dgm:presLayoutVars>
      </dgm:prSet>
      <dgm:spPr/>
    </dgm:pt>
    <dgm:pt modelId="{D6DB494F-9C3A-4EFD-9B2C-6D9D64332A0F}" type="pres">
      <dgm:prSet presAssocID="{30947B24-FF26-461F-95A2-76598CD9E149}" presName="space" presStyleCnt="0"/>
      <dgm:spPr/>
    </dgm:pt>
    <dgm:pt modelId="{CA7EC894-A2FE-491A-A290-38F95FD80FA1}" type="pres">
      <dgm:prSet presAssocID="{C821D000-39F8-4A1B-AB85-064ADD182083}" presName="composite" presStyleCnt="0"/>
      <dgm:spPr/>
    </dgm:pt>
    <dgm:pt modelId="{5E31253E-6F55-44A3-BF09-CA247CFFBBAD}" type="pres">
      <dgm:prSet presAssocID="{C821D000-39F8-4A1B-AB85-064ADD182083}" presName="parTx" presStyleLbl="alignNode1" presStyleIdx="1" presStyleCnt="3" custScaleX="111296" custScaleY="100000">
        <dgm:presLayoutVars>
          <dgm:chMax val="0"/>
          <dgm:chPref val="0"/>
          <dgm:bulletEnabled val="1"/>
        </dgm:presLayoutVars>
      </dgm:prSet>
      <dgm:spPr/>
    </dgm:pt>
    <dgm:pt modelId="{4A149CC0-E203-4351-A74E-5D15CAE681F3}" type="pres">
      <dgm:prSet presAssocID="{C821D000-39F8-4A1B-AB85-064ADD182083}" presName="desTx" presStyleLbl="alignAccFollowNode1" presStyleIdx="1" presStyleCnt="3" custScaleX="111296">
        <dgm:presLayoutVars>
          <dgm:bulletEnabled val="1"/>
        </dgm:presLayoutVars>
      </dgm:prSet>
      <dgm:spPr/>
    </dgm:pt>
    <dgm:pt modelId="{E74E91F0-7956-4610-9582-91118F44C0AF}" type="pres">
      <dgm:prSet presAssocID="{856E6F6B-8FCC-44D9-ADA8-94541107092F}" presName="space" presStyleCnt="0"/>
      <dgm:spPr/>
    </dgm:pt>
    <dgm:pt modelId="{8F92CF13-AA12-4652-8406-C50D6DFEBFB0}" type="pres">
      <dgm:prSet presAssocID="{E41C641A-1F7E-4D0F-88D0-468E9358612E}" presName="composite" presStyleCnt="0"/>
      <dgm:spPr/>
    </dgm:pt>
    <dgm:pt modelId="{08DB7A90-FD4C-4987-824D-76BB19BC704D}" type="pres">
      <dgm:prSet presAssocID="{E41C641A-1F7E-4D0F-88D0-468E9358612E}" presName="parTx" presStyleLbl="alignNode1" presStyleIdx="2" presStyleCnt="3" custScaleX="106201" custScaleY="100000">
        <dgm:presLayoutVars>
          <dgm:chMax val="0"/>
          <dgm:chPref val="0"/>
          <dgm:bulletEnabled val="1"/>
        </dgm:presLayoutVars>
      </dgm:prSet>
      <dgm:spPr/>
    </dgm:pt>
    <dgm:pt modelId="{52A04D0E-3E11-493B-84A6-BC5157D8986E}" type="pres">
      <dgm:prSet presAssocID="{E41C641A-1F7E-4D0F-88D0-468E9358612E}" presName="desTx" presStyleLbl="alignAccFollowNode1" presStyleIdx="2" presStyleCnt="3" custScaleX="106201">
        <dgm:presLayoutVars>
          <dgm:bulletEnabled val="1"/>
        </dgm:presLayoutVars>
      </dgm:prSet>
      <dgm:spPr/>
    </dgm:pt>
  </dgm:ptLst>
  <dgm:cxnLst>
    <dgm:cxn modelId="{C3156900-6363-436D-99A9-E4C496EE290B}" srcId="{C821D000-39F8-4A1B-AB85-064ADD182083}" destId="{8DA1F6D8-8C0C-46BE-8ABF-39D1E6B971EC}" srcOrd="1" destOrd="0" parTransId="{F012E0AA-CD78-47D7-845F-83CFE2087E94}" sibTransId="{C35B7BDA-D7E4-4505-99BA-86CC98CF8330}"/>
    <dgm:cxn modelId="{A660EA05-44D5-47BA-8937-129556AAA16D}" type="presOf" srcId="{D1066E52-394C-4C28-BE97-4922CDC1AEFF}" destId="{52A04D0E-3E11-493B-84A6-BC5157D8986E}" srcOrd="0" destOrd="7" presId="urn:microsoft.com/office/officeart/2005/8/layout/hList1"/>
    <dgm:cxn modelId="{9465D40C-6DAC-4D81-B2E9-6A9FB6597D31}" srcId="{E41C641A-1F7E-4D0F-88D0-468E9358612E}" destId="{9E7C48BA-AB49-4A1F-8C34-2A97F5F877D1}" srcOrd="0" destOrd="0" parTransId="{65E5A24E-5EB8-450F-AB94-4FF22FAEFC8B}" sibTransId="{954C5B78-CD11-4944-B883-5905D43DAC95}"/>
    <dgm:cxn modelId="{6CAE5810-E23B-4829-963D-706289D78521}" srcId="{E41C641A-1F7E-4D0F-88D0-468E9358612E}" destId="{8DC04D0F-0626-4C4F-89C7-76B4003E4376}" srcOrd="4" destOrd="0" parTransId="{C31984F4-6A83-403A-AB48-28F343C71F01}" sibTransId="{370BDB56-043F-4F3B-B8D4-985A4E7933CD}"/>
    <dgm:cxn modelId="{F404E915-FA43-499C-AD11-E5BDBE69D645}" type="presOf" srcId="{0961271E-4DB0-491A-81AC-ADB11F555362}" destId="{4A149CC0-E203-4351-A74E-5D15CAE681F3}" srcOrd="0" destOrd="9" presId="urn:microsoft.com/office/officeart/2005/8/layout/hList1"/>
    <dgm:cxn modelId="{06F76A20-C390-49F2-A8F0-DB2F5E21A155}" srcId="{6B4976F7-E6A4-4CBF-A51E-D544DA335A37}" destId="{F1296B12-6E78-4D4F-92A3-FA7F04665692}" srcOrd="0" destOrd="0" parTransId="{A330BDDC-1362-46FC-A50B-9C1A796F985B}" sibTransId="{B38B6784-C847-44E8-BEE4-240348AEF5AE}"/>
    <dgm:cxn modelId="{8AD63527-992E-4A18-84D8-4E893BA4A07D}" type="presOf" srcId="{84DDA2EF-39B8-4BF8-BA91-8F3DFB2CD7BA}" destId="{BEC78CEE-2DC0-4098-9381-D6A391964076}" srcOrd="0" destOrd="0" presId="urn:microsoft.com/office/officeart/2005/8/layout/hList1"/>
    <dgm:cxn modelId="{89254928-08D1-43A1-89C5-BDEBFB99E58E}" type="presOf" srcId="{C0739C7D-FB89-448F-A4A8-77D81C22D0F0}" destId="{DBFFD9A9-0408-4000-9042-7568332032C7}" srcOrd="0" destOrd="2" presId="urn:microsoft.com/office/officeart/2005/8/layout/hList1"/>
    <dgm:cxn modelId="{06D5462D-404E-4B68-92D4-EE546C6DF8BF}" srcId="{84DDA2EF-39B8-4BF8-BA91-8F3DFB2CD7BA}" destId="{E8D2A777-8B3C-4DF5-AEDF-6B079DD35C58}" srcOrd="4" destOrd="0" parTransId="{01CF23C3-BC97-4236-A3C9-FA94D3E15B5B}" sibTransId="{DA93A0E5-1B6D-4B9B-94B9-F64291E37024}"/>
    <dgm:cxn modelId="{23363C34-4CF4-4C45-957F-530FDF54A3B4}" srcId="{C821D000-39F8-4A1B-AB85-064ADD182083}" destId="{66CEF7E9-0CDA-4CE8-AEA2-96639A126484}" srcOrd="2" destOrd="0" parTransId="{5999BF98-D37C-4E36-8BE4-E7EF791E9CD8}" sibTransId="{57D5569E-DF87-4EFD-8EE1-7482553B9825}"/>
    <dgm:cxn modelId="{B583F938-96E9-4444-912E-64DBE020797A}" srcId="{84DDA2EF-39B8-4BF8-BA91-8F3DFB2CD7BA}" destId="{BD7757F1-1262-4761-9007-92F1AA33C4D5}" srcOrd="6" destOrd="0" parTransId="{F682DB93-0417-4643-AB30-5EC4D40DA0C2}" sibTransId="{2C30CA01-7099-44BD-A288-2DF314F2649B}"/>
    <dgm:cxn modelId="{52F0013A-65CC-4573-B2D9-F663B6E3D2FA}" type="presOf" srcId="{8DC04D0F-0626-4C4F-89C7-76B4003E4376}" destId="{52A04D0E-3E11-493B-84A6-BC5157D8986E}" srcOrd="0" destOrd="4" presId="urn:microsoft.com/office/officeart/2005/8/layout/hList1"/>
    <dgm:cxn modelId="{F56D7F3A-030E-4E57-A893-09FCC8747459}" srcId="{84DDA2EF-39B8-4BF8-BA91-8F3DFB2CD7BA}" destId="{636C130F-BC6E-42D3-AF09-596AC0CDC4D6}" srcOrd="7" destOrd="0" parTransId="{7E7DF197-88AC-42EA-8842-6C80AB3EEDF3}" sibTransId="{52CC59AD-2443-4E17-A73F-415D2542595A}"/>
    <dgm:cxn modelId="{9B85B23E-F0C3-46D8-969D-D10893093E43}" srcId="{84DDA2EF-39B8-4BF8-BA91-8F3DFB2CD7BA}" destId="{712652E7-A12F-4178-A9F4-589C47088A98}" srcOrd="3" destOrd="0" parTransId="{00D5B230-0569-498C-A7ED-1AAC115BA414}" sibTransId="{6BA2B42F-BFFF-4413-985F-BBB0BB3F0E17}"/>
    <dgm:cxn modelId="{A37CFA5C-F195-4C4D-BDFE-3E896B00EBC9}" type="presOf" srcId="{316E75B8-6E4D-4469-B8F3-1664AD86D470}" destId="{52A04D0E-3E11-493B-84A6-BC5157D8986E}" srcOrd="0" destOrd="2" presId="urn:microsoft.com/office/officeart/2005/8/layout/hList1"/>
    <dgm:cxn modelId="{F871765E-68A5-45A7-9798-33AD70E00908}" type="presOf" srcId="{535B882D-529E-4466-8620-F64274A63688}" destId="{4A149CC0-E203-4351-A74E-5D15CAE681F3}" srcOrd="0" destOrd="6" presId="urn:microsoft.com/office/officeart/2005/8/layout/hList1"/>
    <dgm:cxn modelId="{6925B05E-1BEE-4940-AE1F-DC1C7B79B20E}" type="presOf" srcId="{8DA1F6D8-8C0C-46BE-8ABF-39D1E6B971EC}" destId="{4A149CC0-E203-4351-A74E-5D15CAE681F3}" srcOrd="0" destOrd="1" presId="urn:microsoft.com/office/officeart/2005/8/layout/hList1"/>
    <dgm:cxn modelId="{78320C61-AA7A-4E2A-A967-7445B914639F}" srcId="{66CEF7E9-0CDA-4CE8-AEA2-96639A126484}" destId="{28390273-F4A4-4528-8F0C-E1E82E8FF390}" srcOrd="0" destOrd="0" parTransId="{A0FAAB01-D288-4BB9-91DF-B61D02364F7D}" sibTransId="{36EE7238-1D24-478F-8F32-BFFCE00DDFA5}"/>
    <dgm:cxn modelId="{8BC2F741-5527-4A56-A91B-06FBF7A3EBF8}" type="presOf" srcId="{712652E7-A12F-4178-A9F4-589C47088A98}" destId="{DBFFD9A9-0408-4000-9042-7568332032C7}" srcOrd="0" destOrd="3" presId="urn:microsoft.com/office/officeart/2005/8/layout/hList1"/>
    <dgm:cxn modelId="{78FB8963-59B6-4554-A2E3-314416D393DF}" type="presOf" srcId="{F1296B12-6E78-4D4F-92A3-FA7F04665692}" destId="{4A149CC0-E203-4351-A74E-5D15CAE681F3}" srcOrd="0" destOrd="8" presId="urn:microsoft.com/office/officeart/2005/8/layout/hList1"/>
    <dgm:cxn modelId="{882CEF43-0359-410E-B955-7FB429907C14}" srcId="{E41C641A-1F7E-4D0F-88D0-468E9358612E}" destId="{4A34CB45-AEAC-4A10-914A-87C7B9630163}" srcOrd="8" destOrd="0" parTransId="{2B5A5143-24B0-423E-BA23-162BA11B7347}" sibTransId="{64F71586-DE03-4EDB-86F6-38F759CC7BB9}"/>
    <dgm:cxn modelId="{1BA1AC6A-78BE-4669-97B2-FAC4C55C9601}" type="presOf" srcId="{B0AE8596-9A9A-4B20-9A22-D5DEA0466503}" destId="{268DE570-4248-46C6-8F09-7D2CA4B73201}" srcOrd="0" destOrd="0" presId="urn:microsoft.com/office/officeart/2005/8/layout/hList1"/>
    <dgm:cxn modelId="{E591C26A-6DA5-405A-BA63-5C4960B743E8}" srcId="{E41C641A-1F7E-4D0F-88D0-468E9358612E}" destId="{80ABD1A3-A1EA-4AF0-8524-DFFB875FA71C}" srcOrd="6" destOrd="0" parTransId="{0A071528-C314-4FF7-ACA4-82D0E6100B28}" sibTransId="{5FAAF9DB-0FE5-45E3-9B6F-FBB396809438}"/>
    <dgm:cxn modelId="{5D17FE4F-36F4-4340-9AB3-FE01F79AABE3}" type="presOf" srcId="{4A34CB45-AEAC-4A10-914A-87C7B9630163}" destId="{52A04D0E-3E11-493B-84A6-BC5157D8986E}" srcOrd="0" destOrd="8" presId="urn:microsoft.com/office/officeart/2005/8/layout/hList1"/>
    <dgm:cxn modelId="{92DF0071-55FA-4866-A928-DFE69CB86BD9}" srcId="{84DDA2EF-39B8-4BF8-BA91-8F3DFB2CD7BA}" destId="{0185DFA4-DE7E-49CC-8C53-B25DDE7FB34C}" srcOrd="1" destOrd="0" parTransId="{322D1A15-1779-4944-8D08-30FE0DFE54E9}" sibTransId="{A3DE5472-E0E2-4D2F-8C37-60436FE20E37}"/>
    <dgm:cxn modelId="{049C5E52-D201-43CE-B55C-F53B49B52258}" type="presOf" srcId="{B2D67885-B9AB-44B3-BDC7-4A5959BAF57E}" destId="{DBFFD9A9-0408-4000-9042-7568332032C7}" srcOrd="0" destOrd="8" presId="urn:microsoft.com/office/officeart/2005/8/layout/hList1"/>
    <dgm:cxn modelId="{E1863076-9BE9-4CE9-A5FC-FFBB2B8F0948}" type="presOf" srcId="{C95A661C-366F-4C55-B795-E0990C395265}" destId="{52A04D0E-3E11-493B-84A6-BC5157D8986E}" srcOrd="0" destOrd="5" presId="urn:microsoft.com/office/officeart/2005/8/layout/hList1"/>
    <dgm:cxn modelId="{68631157-D663-4EA0-A239-33C76F35C9F5}" srcId="{84DDA2EF-39B8-4BF8-BA91-8F3DFB2CD7BA}" destId="{B2D67885-B9AB-44B3-BDC7-4A5959BAF57E}" srcOrd="8" destOrd="0" parTransId="{8C3BC1D4-7650-470E-B9BB-C0628C3A0476}" sibTransId="{872D3204-1BB2-4990-BE87-BDCBE7868570}"/>
    <dgm:cxn modelId="{AA2E297B-FB2B-4F1E-9884-E2A380F2DD60}" type="presOf" srcId="{1AB1E034-3E9A-447C-8F9F-3B50C41E1A64}" destId="{52A04D0E-3E11-493B-84A6-BC5157D8986E}" srcOrd="0" destOrd="1" presId="urn:microsoft.com/office/officeart/2005/8/layout/hList1"/>
    <dgm:cxn modelId="{AC346A7B-35F5-4786-9056-8EA28B44EBF8}" type="presOf" srcId="{55E40D6B-6136-461B-9240-C6D6C871F552}" destId="{DBFFD9A9-0408-4000-9042-7568332032C7}" srcOrd="0" destOrd="0" presId="urn:microsoft.com/office/officeart/2005/8/layout/hList1"/>
    <dgm:cxn modelId="{5D9C8A7B-A9F5-464F-A37C-9549044F17A9}" srcId="{8DA1F6D8-8C0C-46BE-8ABF-39D1E6B971EC}" destId="{8375F4EB-BB37-4E9F-9E66-F630DF4B03F3}" srcOrd="1" destOrd="0" parTransId="{0B9B2567-E0C2-43ED-84DC-CC491D7974B1}" sibTransId="{F335DBF1-C27B-435D-B040-BE83D6D82191}"/>
    <dgm:cxn modelId="{E5D71F7C-86E1-44ED-953B-2558C2BC9357}" type="presOf" srcId="{E41C641A-1F7E-4D0F-88D0-468E9358612E}" destId="{08DB7A90-FD4C-4987-824D-76BB19BC704D}" srcOrd="0" destOrd="0" presId="urn:microsoft.com/office/officeart/2005/8/layout/hList1"/>
    <dgm:cxn modelId="{1A42767E-E9CB-44DF-8F7B-937110873BC1}" type="presOf" srcId="{D14BEDB3-3324-4AD1-A3D8-FCBADC6105A4}" destId="{52A04D0E-3E11-493B-84A6-BC5157D8986E}" srcOrd="0" destOrd="3" presId="urn:microsoft.com/office/officeart/2005/8/layout/hList1"/>
    <dgm:cxn modelId="{E738687F-FE5A-478E-8993-1E50D6F839C7}" srcId="{E41C641A-1F7E-4D0F-88D0-468E9358612E}" destId="{C95A661C-366F-4C55-B795-E0990C395265}" srcOrd="5" destOrd="0" parTransId="{36B39EE9-3E4E-4146-B534-A923F60ED1AE}" sibTransId="{964F86EF-969A-43CB-A967-4F9D2B1B1E4D}"/>
    <dgm:cxn modelId="{CB544287-9AD2-4235-BC91-AFF88D8287E0}" srcId="{C821D000-39F8-4A1B-AB85-064ADD182083}" destId="{6B4976F7-E6A4-4CBF-A51E-D544DA335A37}" srcOrd="3" destOrd="0" parTransId="{C4BC811A-AF5E-4C8E-BDA9-4F2E0FE94AC9}" sibTransId="{B2B6F9E0-7483-4107-80CD-7F3D0FEC4706}"/>
    <dgm:cxn modelId="{A0B3B792-1104-4119-84A3-35053D3CC37B}" srcId="{84DDA2EF-39B8-4BF8-BA91-8F3DFB2CD7BA}" destId="{C0739C7D-FB89-448F-A4A8-77D81C22D0F0}" srcOrd="2" destOrd="0" parTransId="{D86C5D6B-14F4-4C78-94C9-C813F403EB65}" sibTransId="{3B360415-6BBD-4E7C-ADE8-A08C72E08C3F}"/>
    <dgm:cxn modelId="{66E5789F-D970-4BCD-A87B-37D1B3A9255A}" srcId="{B0AE8596-9A9A-4B20-9A22-D5DEA0466503}" destId="{C821D000-39F8-4A1B-AB85-064ADD182083}" srcOrd="1" destOrd="0" parTransId="{15064FDA-B8B9-4A47-ABB0-E0DE255169FE}" sibTransId="{856E6F6B-8FCC-44D9-ADA8-94541107092F}"/>
    <dgm:cxn modelId="{7ED009A3-A1C1-4F46-AA8B-CB32A08F32A2}" srcId="{6B4976F7-E6A4-4CBF-A51E-D544DA335A37}" destId="{0961271E-4DB0-491A-81AC-ADB11F555362}" srcOrd="1" destOrd="0" parTransId="{EE319FF1-D86E-411B-BA65-9E252E56292E}" sibTransId="{F517F445-4B77-4814-8FD2-AB928E2C1AE1}"/>
    <dgm:cxn modelId="{3542CFA3-9B25-4DCA-9D5A-052172E56233}" srcId="{8DA1F6D8-8C0C-46BE-8ABF-39D1E6B971EC}" destId="{88D14298-EE12-478B-8F2F-3FE6573CB180}" srcOrd="0" destOrd="0" parTransId="{8F22C49B-83AC-41A4-BB0B-25B3400F1839}" sibTransId="{C4CC8D92-6B38-4CC1-B11D-A4A04E9F3A71}"/>
    <dgm:cxn modelId="{2AB45CA5-4661-494B-9A16-DA49574EA02E}" srcId="{E41C641A-1F7E-4D0F-88D0-468E9358612E}" destId="{1AB1E034-3E9A-447C-8F9F-3B50C41E1A64}" srcOrd="1" destOrd="0" parTransId="{ED8A4A8A-EA3D-4122-9B8D-BBB6B3584287}" sibTransId="{530114EB-B800-418C-A5E7-E67A68FB838A}"/>
    <dgm:cxn modelId="{565C7BAA-FA2D-4A53-B52C-D965397476DA}" type="presOf" srcId="{28390273-F4A4-4528-8F0C-E1E82E8FF390}" destId="{4A149CC0-E203-4351-A74E-5D15CAE681F3}" srcOrd="0" destOrd="5" presId="urn:microsoft.com/office/officeart/2005/8/layout/hList1"/>
    <dgm:cxn modelId="{2551B1AE-3546-47D3-87F9-88F684282820}" type="presOf" srcId="{636C130F-BC6E-42D3-AF09-596AC0CDC4D6}" destId="{DBFFD9A9-0408-4000-9042-7568332032C7}" srcOrd="0" destOrd="7" presId="urn:microsoft.com/office/officeart/2005/8/layout/hList1"/>
    <dgm:cxn modelId="{D60746B5-7EE5-4BD5-A8C3-8CFB3BBF1E9F}" srcId="{B0AE8596-9A9A-4B20-9A22-D5DEA0466503}" destId="{84DDA2EF-39B8-4BF8-BA91-8F3DFB2CD7BA}" srcOrd="0" destOrd="0" parTransId="{C14D5915-9FD7-4998-9F31-3FE5B7E78FA5}" sibTransId="{30947B24-FF26-461F-95A2-76598CD9E149}"/>
    <dgm:cxn modelId="{FC5C7AB5-28DD-4ABF-922E-FBC6F6BB8AEF}" type="presOf" srcId="{88D14298-EE12-478B-8F2F-3FE6573CB180}" destId="{4A149CC0-E203-4351-A74E-5D15CAE681F3}" srcOrd="0" destOrd="2" presId="urn:microsoft.com/office/officeart/2005/8/layout/hList1"/>
    <dgm:cxn modelId="{58E2DEBA-C795-4CB4-BA9E-C7DB6109A2C5}" srcId="{E41C641A-1F7E-4D0F-88D0-468E9358612E}" destId="{316E75B8-6E4D-4469-B8F3-1664AD86D470}" srcOrd="2" destOrd="0" parTransId="{06675073-3235-46E7-A073-566437FF20F7}" sibTransId="{4CE7574A-3FC6-4A80-9DDC-8574EB2B93D9}"/>
    <dgm:cxn modelId="{74C754BB-3271-4D81-90DC-20CDA94C2407}" type="presOf" srcId="{BD7757F1-1262-4761-9007-92F1AA33C4D5}" destId="{DBFFD9A9-0408-4000-9042-7568332032C7}" srcOrd="0" destOrd="6" presId="urn:microsoft.com/office/officeart/2005/8/layout/hList1"/>
    <dgm:cxn modelId="{9A4529C0-6B1B-4A79-9ED7-902DE9364FCA}" type="presOf" srcId="{E8D2A777-8B3C-4DF5-AEDF-6B079DD35C58}" destId="{DBFFD9A9-0408-4000-9042-7568332032C7}" srcOrd="0" destOrd="4" presId="urn:microsoft.com/office/officeart/2005/8/layout/hList1"/>
    <dgm:cxn modelId="{B6A944C0-4BC5-425C-8D99-8236019395DF}" type="presOf" srcId="{C821D000-39F8-4A1B-AB85-064ADD182083}" destId="{5E31253E-6F55-44A3-BF09-CA247CFFBBAD}" srcOrd="0" destOrd="0" presId="urn:microsoft.com/office/officeart/2005/8/layout/hList1"/>
    <dgm:cxn modelId="{B4D8A8C1-EB36-407B-9287-C1C8D98869F6}" srcId="{84DDA2EF-39B8-4BF8-BA91-8F3DFB2CD7BA}" destId="{36516585-647F-4B88-B6E5-D94853585F9D}" srcOrd="5" destOrd="0" parTransId="{4C34C1BB-6E1A-47EA-B4B5-39BCF0AF79C8}" sibTransId="{739775A9-4E42-46FD-B2D5-3F9032DD0B50}"/>
    <dgm:cxn modelId="{2C5FA2C9-3BA4-4DB3-A878-174CD3A6F5E2}" type="presOf" srcId="{FD9FBCBB-528E-489F-A267-B50D2FBF0AFF}" destId="{DBFFD9A9-0408-4000-9042-7568332032C7}" srcOrd="0" destOrd="9" presId="urn:microsoft.com/office/officeart/2005/8/layout/hList1"/>
    <dgm:cxn modelId="{C83BF6C9-B9C7-4A5D-8F10-D89F899E51EB}" type="presOf" srcId="{6B4976F7-E6A4-4CBF-A51E-D544DA335A37}" destId="{4A149CC0-E203-4351-A74E-5D15CAE681F3}" srcOrd="0" destOrd="7" presId="urn:microsoft.com/office/officeart/2005/8/layout/hList1"/>
    <dgm:cxn modelId="{13E922CD-ECC3-4D6C-8A5D-0F41457BFA1E}" type="presOf" srcId="{9E7C48BA-AB49-4A1F-8C34-2A97F5F877D1}" destId="{52A04D0E-3E11-493B-84A6-BC5157D8986E}" srcOrd="0" destOrd="0" presId="urn:microsoft.com/office/officeart/2005/8/layout/hList1"/>
    <dgm:cxn modelId="{8D2023D1-C5FC-475D-AAB7-9F669FC9453D}" srcId="{84DDA2EF-39B8-4BF8-BA91-8F3DFB2CD7BA}" destId="{55E40D6B-6136-461B-9240-C6D6C871F552}" srcOrd="0" destOrd="0" parTransId="{E8ADB5E5-A254-4C3B-A3AB-3B0BF1D175D2}" sibTransId="{54000628-9D34-4DF6-9D74-CB12B6AFC6C3}"/>
    <dgm:cxn modelId="{9E0D05D5-C1E2-4C92-A2E5-3C4C64B980DA}" srcId="{E41C641A-1F7E-4D0F-88D0-468E9358612E}" destId="{D14BEDB3-3324-4AD1-A3D8-FCBADC6105A4}" srcOrd="3" destOrd="0" parTransId="{78E9E244-5E7A-48AC-BF1C-1C9C3CF19508}" sibTransId="{E3420F6E-87CB-4E7E-B615-DE35DDD58A25}"/>
    <dgm:cxn modelId="{79E278D5-5620-4B2C-9CD9-F2A6230538D1}" type="presOf" srcId="{66CEF7E9-0CDA-4CE8-AEA2-96639A126484}" destId="{4A149CC0-E203-4351-A74E-5D15CAE681F3}" srcOrd="0" destOrd="4" presId="urn:microsoft.com/office/officeart/2005/8/layout/hList1"/>
    <dgm:cxn modelId="{2BE5D8D9-4E65-444A-AE45-A058AAD62FE3}" srcId="{E41C641A-1F7E-4D0F-88D0-468E9358612E}" destId="{D1066E52-394C-4C28-BE97-4922CDC1AEFF}" srcOrd="7" destOrd="0" parTransId="{80E7D750-3F99-46B1-A4B6-D7FA4E52725E}" sibTransId="{532B61CE-218B-481C-A008-B72B91A1148F}"/>
    <dgm:cxn modelId="{2B5281DB-381D-4ADE-9A0A-EBE357AF988F}" srcId="{84DDA2EF-39B8-4BF8-BA91-8F3DFB2CD7BA}" destId="{FD9FBCBB-528E-489F-A267-B50D2FBF0AFF}" srcOrd="9" destOrd="0" parTransId="{D5D316C1-B206-4E9B-B9CD-DC60710ECBB9}" sibTransId="{657B2DCD-163F-442E-ACFC-EEE8F316D692}"/>
    <dgm:cxn modelId="{61F663DC-60E6-4109-9B9F-495C57D2D474}" srcId="{66CEF7E9-0CDA-4CE8-AEA2-96639A126484}" destId="{535B882D-529E-4466-8620-F64274A63688}" srcOrd="1" destOrd="0" parTransId="{1AD44BED-87DB-4899-A583-EB7B2D31DBF7}" sibTransId="{8530B146-A3D2-4600-8C31-F191C29C14D7}"/>
    <dgm:cxn modelId="{C659E7DD-4093-4825-87B3-9D77D3EF23C0}" type="presOf" srcId="{36516585-647F-4B88-B6E5-D94853585F9D}" destId="{DBFFD9A9-0408-4000-9042-7568332032C7}" srcOrd="0" destOrd="5" presId="urn:microsoft.com/office/officeart/2005/8/layout/hList1"/>
    <dgm:cxn modelId="{BD8769DE-3A80-4C4F-BFBA-0E60F7AF5A69}" srcId="{B0AE8596-9A9A-4B20-9A22-D5DEA0466503}" destId="{E41C641A-1F7E-4D0F-88D0-468E9358612E}" srcOrd="2" destOrd="0" parTransId="{7E1A2C54-99C4-4512-BA5D-BD63A5457F5B}" sibTransId="{FF31BCEF-7EDD-479A-8514-BA940FDE3AD2}"/>
    <dgm:cxn modelId="{289EF6E0-9D8D-4E41-BE4A-89F8A1C93FC2}" type="presOf" srcId="{8375F4EB-BB37-4E9F-9E66-F630DF4B03F3}" destId="{4A149CC0-E203-4351-A74E-5D15CAE681F3}" srcOrd="0" destOrd="3" presId="urn:microsoft.com/office/officeart/2005/8/layout/hList1"/>
    <dgm:cxn modelId="{E62735ED-6663-4445-96AF-949998EE19EF}" type="presOf" srcId="{0185DFA4-DE7E-49CC-8C53-B25DDE7FB34C}" destId="{DBFFD9A9-0408-4000-9042-7568332032C7}" srcOrd="0" destOrd="1" presId="urn:microsoft.com/office/officeart/2005/8/layout/hList1"/>
    <dgm:cxn modelId="{9024BBF4-9CB2-4EB0-A89B-D7C1FE83FD5F}" srcId="{C821D000-39F8-4A1B-AB85-064ADD182083}" destId="{5C10E4FC-DEDA-4184-AD62-7CF14645CD38}" srcOrd="0" destOrd="0" parTransId="{7BFB3E6B-412C-42DC-BE24-D9F078B63B25}" sibTransId="{A1D39369-CC8D-4D39-8A70-41603A543F7D}"/>
    <dgm:cxn modelId="{486B37F6-E7E2-4855-A57D-36C111EBFAA0}" type="presOf" srcId="{80ABD1A3-A1EA-4AF0-8524-DFFB875FA71C}" destId="{52A04D0E-3E11-493B-84A6-BC5157D8986E}" srcOrd="0" destOrd="6" presId="urn:microsoft.com/office/officeart/2005/8/layout/hList1"/>
    <dgm:cxn modelId="{E3E338F9-0D0F-4940-89D4-2BCE07052925}" type="presOf" srcId="{5C10E4FC-DEDA-4184-AD62-7CF14645CD38}" destId="{4A149CC0-E203-4351-A74E-5D15CAE681F3}" srcOrd="0" destOrd="0" presId="urn:microsoft.com/office/officeart/2005/8/layout/hList1"/>
    <dgm:cxn modelId="{3B8815F1-F5E6-4095-BDB2-7B2B8C1E424D}" type="presParOf" srcId="{268DE570-4248-46C6-8F09-7D2CA4B73201}" destId="{F9A535C7-C778-4C20-B6A4-E1A1D9FD2D51}" srcOrd="0" destOrd="0" presId="urn:microsoft.com/office/officeart/2005/8/layout/hList1"/>
    <dgm:cxn modelId="{77869A97-1133-4622-B18B-48663F0DAB1D}" type="presParOf" srcId="{F9A535C7-C778-4C20-B6A4-E1A1D9FD2D51}" destId="{BEC78CEE-2DC0-4098-9381-D6A391964076}" srcOrd="0" destOrd="0" presId="urn:microsoft.com/office/officeart/2005/8/layout/hList1"/>
    <dgm:cxn modelId="{20798B97-054C-4DDB-ABEE-2AA96610FCC3}" type="presParOf" srcId="{F9A535C7-C778-4C20-B6A4-E1A1D9FD2D51}" destId="{DBFFD9A9-0408-4000-9042-7568332032C7}" srcOrd="1" destOrd="0" presId="urn:microsoft.com/office/officeart/2005/8/layout/hList1"/>
    <dgm:cxn modelId="{8D3389D2-5404-4154-B5E8-55A290BD3A9D}" type="presParOf" srcId="{268DE570-4248-46C6-8F09-7D2CA4B73201}" destId="{D6DB494F-9C3A-4EFD-9B2C-6D9D64332A0F}" srcOrd="1" destOrd="0" presId="urn:microsoft.com/office/officeart/2005/8/layout/hList1"/>
    <dgm:cxn modelId="{FE45CD5F-D97C-4303-A267-92EC3B511F84}" type="presParOf" srcId="{268DE570-4248-46C6-8F09-7D2CA4B73201}" destId="{CA7EC894-A2FE-491A-A290-38F95FD80FA1}" srcOrd="2" destOrd="0" presId="urn:microsoft.com/office/officeart/2005/8/layout/hList1"/>
    <dgm:cxn modelId="{57D76CF7-43AA-46D2-A408-413F4B199E28}" type="presParOf" srcId="{CA7EC894-A2FE-491A-A290-38F95FD80FA1}" destId="{5E31253E-6F55-44A3-BF09-CA247CFFBBAD}" srcOrd="0" destOrd="0" presId="urn:microsoft.com/office/officeart/2005/8/layout/hList1"/>
    <dgm:cxn modelId="{45081AC8-1624-42FA-A696-DE77586E18A4}" type="presParOf" srcId="{CA7EC894-A2FE-491A-A290-38F95FD80FA1}" destId="{4A149CC0-E203-4351-A74E-5D15CAE681F3}" srcOrd="1" destOrd="0" presId="urn:microsoft.com/office/officeart/2005/8/layout/hList1"/>
    <dgm:cxn modelId="{8CEC6166-D426-4D74-BEFD-F309B17AF3ED}" type="presParOf" srcId="{268DE570-4248-46C6-8F09-7D2CA4B73201}" destId="{E74E91F0-7956-4610-9582-91118F44C0AF}" srcOrd="3" destOrd="0" presId="urn:microsoft.com/office/officeart/2005/8/layout/hList1"/>
    <dgm:cxn modelId="{96A2C170-B97B-4841-9D78-F8E0C39EC03A}" type="presParOf" srcId="{268DE570-4248-46C6-8F09-7D2CA4B73201}" destId="{8F92CF13-AA12-4652-8406-C50D6DFEBFB0}" srcOrd="4" destOrd="0" presId="urn:microsoft.com/office/officeart/2005/8/layout/hList1"/>
    <dgm:cxn modelId="{08FCACC9-00A3-479E-8AB5-5CFE205791FF}" type="presParOf" srcId="{8F92CF13-AA12-4652-8406-C50D6DFEBFB0}" destId="{08DB7A90-FD4C-4987-824D-76BB19BC704D}" srcOrd="0" destOrd="0" presId="urn:microsoft.com/office/officeart/2005/8/layout/hList1"/>
    <dgm:cxn modelId="{B3929D44-AB57-4D03-A43C-9BCFDECBE5CB}" type="presParOf" srcId="{8F92CF13-AA12-4652-8406-C50D6DFEBFB0}" destId="{52A04D0E-3E11-493B-84A6-BC5157D8986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78CEE-2DC0-4098-9381-D6A391964076}">
      <dsp:nvSpPr>
        <dsp:cNvPr id="0" name=""/>
        <dsp:cNvSpPr/>
      </dsp:nvSpPr>
      <dsp:spPr>
        <a:xfrm>
          <a:off x="12640" y="305216"/>
          <a:ext cx="3423446" cy="3282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Safety</a:t>
          </a:r>
        </a:p>
      </dsp:txBody>
      <dsp:txXfrm>
        <a:off x="12640" y="305216"/>
        <a:ext cx="3423446" cy="328242"/>
      </dsp:txXfrm>
    </dsp:sp>
    <dsp:sp modelId="{DBFFD9A9-0408-4000-9042-7568332032C7}">
      <dsp:nvSpPr>
        <dsp:cNvPr id="0" name=""/>
        <dsp:cNvSpPr/>
      </dsp:nvSpPr>
      <dsp:spPr>
        <a:xfrm>
          <a:off x="12640" y="633458"/>
          <a:ext cx="3423446" cy="366043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200" b="1" kern="1200" dirty="0"/>
            <a:t>Further monitoring</a:t>
          </a:r>
          <a:r>
            <a:rPr lang="en-US" sz="1200" kern="1200" dirty="0"/>
            <a:t> of death rates in Stage 1 of	 064 study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200" b="1" kern="1200" dirty="0"/>
            <a:t>Complete safety analysis </a:t>
          </a:r>
          <a:r>
            <a:rPr lang="en-US" sz="1200" kern="1200" dirty="0"/>
            <a:t>of Stage 1 data at new KDA #2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200" kern="1200" dirty="0"/>
            <a:t>Additional analysis: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/>
            <a:t>Safety profile of </a:t>
          </a:r>
          <a:r>
            <a:rPr lang="en-US" sz="1200" b="1" kern="1200" dirty="0"/>
            <a:t>11 deaths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/>
            <a:t>Safety summary </a:t>
          </a:r>
          <a:r>
            <a:rPr lang="en-US" sz="1200" b="1" kern="1200" dirty="0"/>
            <a:t>by 4L patients and 3L patients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/>
            <a:t>Safety summary </a:t>
          </a:r>
          <a:r>
            <a:rPr lang="en-US" sz="1200" b="1" kern="1200" dirty="0"/>
            <a:t>by </a:t>
          </a:r>
          <a:r>
            <a:rPr lang="en-US" sz="1200" b="1" kern="1200" dirty="0" err="1"/>
            <a:t>cMET</a:t>
          </a:r>
          <a:r>
            <a:rPr lang="en-US" sz="1200" b="1" kern="1200" dirty="0"/>
            <a:t> expression 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b="1" kern="1200" dirty="0"/>
            <a:t>Additional factors </a:t>
          </a:r>
          <a:r>
            <a:rPr lang="en-US" sz="1200" kern="1200" dirty="0"/>
            <a:t>(body weight, high tumor burden, any imbalance in subsequent therapies, etc.) and subsequent dosing modifications to further improve the risk-benefit profile (e.g. lowering the bodyweight dosing cap further)</a:t>
          </a:r>
        </a:p>
      </dsp:txBody>
      <dsp:txXfrm>
        <a:off x="12640" y="633458"/>
        <a:ext cx="3423446" cy="3660433"/>
      </dsp:txXfrm>
    </dsp:sp>
    <dsp:sp modelId="{5E31253E-6F55-44A3-BF09-CA247CFFBBAD}">
      <dsp:nvSpPr>
        <dsp:cNvPr id="0" name=""/>
        <dsp:cNvSpPr/>
      </dsp:nvSpPr>
      <dsp:spPr>
        <a:xfrm>
          <a:off x="3898286" y="305216"/>
          <a:ext cx="3677937" cy="3282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Statistics</a:t>
          </a:r>
        </a:p>
      </dsp:txBody>
      <dsp:txXfrm>
        <a:off x="3898286" y="305216"/>
        <a:ext cx="3677937" cy="328242"/>
      </dsp:txXfrm>
    </dsp:sp>
    <dsp:sp modelId="{4A149CC0-E203-4351-A74E-5D15CAE681F3}">
      <dsp:nvSpPr>
        <dsp:cNvPr id="0" name=""/>
        <dsp:cNvSpPr/>
      </dsp:nvSpPr>
      <dsp:spPr>
        <a:xfrm>
          <a:off x="3898286" y="633458"/>
          <a:ext cx="3677937" cy="366043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u="none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Advanced statistical modelling PFS and OS utilizing FIH and 064 Stage 1 data, and possibly external data w/comparable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MoA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 of the drugs and appropriate inclusion/exclusion criteria</a:t>
          </a:r>
          <a:endParaRPr lang="en-US" sz="1200" u="none" kern="1200" dirty="0">
            <a:latin typeface="Aptos" panose="020B0004020202020204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	Bayesian modelling framework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	Piecewise exponential model, semi-competing risk model, joint modelling of longitudinal data (e.g., tumor size, response, progression, AUC/ Cmax/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Cavg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/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Cmin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,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) and PFS or OS,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endParaRPr lang="en-US" sz="1200" kern="1200" dirty="0">
            <a:latin typeface="Aptos" panose="020B00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Obtain posterior probabilities based on the model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	Posterior Prob(HR&lt;1 | Data today)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	Posterior Prob(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yyy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 | Data today),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endParaRPr lang="en-US" sz="1200" kern="1200" dirty="0">
            <a:latin typeface="Aptos" panose="020B00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Utilize the model to predict future PFS or OS outcomes in M24-064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	Pred Prob(HR &lt;1 when # of events = xx)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	Pred Prob(zzz),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r>
            <a:rPr lang="en-US" sz="1200" kern="1200" dirty="0">
              <a:latin typeface="Aptos" panose="020B0004020202020204" pitchFamily="34" charset="0"/>
              <a:cs typeface="Arial" panose="020B0604020202020204" pitchFamily="34" charset="0"/>
            </a:rPr>
            <a:t> </a:t>
          </a:r>
          <a:r>
            <a:rPr lang="en-US" sz="1200" kern="1200" dirty="0" err="1">
              <a:latin typeface="Aptos" panose="020B0004020202020204" pitchFamily="34" charset="0"/>
              <a:cs typeface="Arial" panose="020B0604020202020204" pitchFamily="34" charset="0"/>
            </a:rPr>
            <a:t>etc</a:t>
          </a:r>
          <a:endParaRPr lang="en-US" sz="1200" kern="1200" dirty="0">
            <a:latin typeface="Aptos" panose="020B0004020202020204" pitchFamily="34" charset="0"/>
            <a:cs typeface="Arial" panose="020B0604020202020204" pitchFamily="34" charset="0"/>
          </a:endParaRPr>
        </a:p>
      </dsp:txBody>
      <dsp:txXfrm>
        <a:off x="3898286" y="633458"/>
        <a:ext cx="3677937" cy="3660433"/>
      </dsp:txXfrm>
    </dsp:sp>
    <dsp:sp modelId="{08DB7A90-FD4C-4987-824D-76BB19BC704D}">
      <dsp:nvSpPr>
        <dsp:cNvPr id="0" name=""/>
        <dsp:cNvSpPr/>
      </dsp:nvSpPr>
      <dsp:spPr>
        <a:xfrm>
          <a:off x="8038422" y="305216"/>
          <a:ext cx="3509565" cy="3282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Clinical Pharmacology</a:t>
          </a:r>
        </a:p>
      </dsp:txBody>
      <dsp:txXfrm>
        <a:off x="8038422" y="305216"/>
        <a:ext cx="3509565" cy="328242"/>
      </dsp:txXfrm>
    </dsp:sp>
    <dsp:sp modelId="{52A04D0E-3E11-493B-84A6-BC5157D8986E}">
      <dsp:nvSpPr>
        <dsp:cNvPr id="0" name=""/>
        <dsp:cNvSpPr/>
      </dsp:nvSpPr>
      <dsp:spPr>
        <a:xfrm>
          <a:off x="8038422" y="633458"/>
          <a:ext cx="3509565" cy="366043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b="1" u="none" kern="1200" dirty="0"/>
            <a:t>Exploratory Analysis of mCRC data from FIH (Parts 1 and 4):</a:t>
          </a:r>
        </a:p>
        <a:p>
          <a:pPr marL="114300" lvl="1" indent="-118872" algn="l" defTabSz="533400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kern="1200" dirty="0"/>
            <a:t>Impact of </a:t>
          </a:r>
          <a:r>
            <a:rPr lang="en-US" sz="1200" b="1" u="none" kern="1200" dirty="0"/>
            <a:t>ADC and payload exposures on death</a:t>
          </a:r>
        </a:p>
        <a:p>
          <a:pPr marL="114300" lvl="1" indent="-118872" algn="l" defTabSz="533400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kern="1200" dirty="0"/>
            <a:t>Impact of </a:t>
          </a:r>
          <a:r>
            <a:rPr lang="en-US" sz="1200" b="1" u="none" kern="1200" dirty="0"/>
            <a:t>baseline characteristics on ADC and payload exposures</a:t>
          </a:r>
        </a:p>
        <a:p>
          <a:pPr marL="114300" lvl="1" indent="-118872" algn="l" defTabSz="533400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1" u="none" kern="1200" dirty="0"/>
            <a:t>Covariate effects</a:t>
          </a:r>
          <a:r>
            <a:rPr lang="en-US" sz="1200" b="0" u="none" kern="1200" dirty="0"/>
            <a:t> by baseline characteristics on the correlation between ADC and payload exposures and death</a:t>
          </a:r>
        </a:p>
        <a:p>
          <a:pPr marL="114300" lvl="1" indent="-118872" algn="l" defTabSz="533400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kern="1200" dirty="0"/>
            <a:t>Impact of </a:t>
          </a:r>
          <a:r>
            <a:rPr lang="en-US" sz="1200" b="1" u="none" kern="1200" dirty="0"/>
            <a:t>baseline tumor size on ADC internalization and payload release</a:t>
          </a:r>
          <a:r>
            <a:rPr lang="en-US" sz="1200" b="0" u="none" kern="1200" dirty="0"/>
            <a:t>: This included analysis of payload to ADC exposure ratios by baseline tumor size </a:t>
          </a:r>
        </a:p>
        <a:p>
          <a:pPr marL="114300" lvl="1" indent="-118872" algn="l" defTabSz="533400">
            <a:lnSpc>
              <a:spcPct val="100000"/>
            </a:lnSpc>
            <a:spcBef>
              <a:spcPts val="600"/>
            </a:spcBef>
            <a:spcAft>
              <a:spcPts val="0"/>
            </a:spcAft>
            <a:buFont typeface="Wingdings" panose="05000000000000000000" pitchFamily="2" charset="2"/>
            <a:buChar char="q"/>
          </a:pPr>
          <a:r>
            <a:rPr lang="en-US" sz="1200" b="0" u="none" kern="1200" dirty="0"/>
            <a:t>Impact of </a:t>
          </a:r>
          <a:r>
            <a:rPr lang="en-US" sz="1200" b="1" u="none" kern="1200" dirty="0"/>
            <a:t>ADC and payload exposures on PFS/OS</a:t>
          </a:r>
        </a:p>
        <a:p>
          <a:pPr marL="114300" lvl="1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Font typeface="Wingdings" panose="05000000000000000000" pitchFamily="2" charset="2"/>
            <a:buChar char="q"/>
          </a:pPr>
          <a:endParaRPr lang="en-US" sz="1200" b="0" u="none" kern="1200"/>
        </a:p>
        <a:p>
          <a:pPr marL="0" lvl="1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Font typeface="Wingdings" panose="05000000000000000000" pitchFamily="2" charset="2"/>
            <a:buChar char="q"/>
          </a:pPr>
          <a:endParaRPr lang="en-US" sz="1200" b="0" i="0" u="none" kern="1200" dirty="0"/>
        </a:p>
        <a:p>
          <a:pPr marL="114300" lvl="1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 typeface="Wingdings" panose="05000000000000000000" pitchFamily="2" charset="2"/>
            <a:buNone/>
          </a:pPr>
          <a:endParaRPr lang="en-US" sz="1200" b="1" u="sng" kern="1200"/>
        </a:p>
      </dsp:txBody>
      <dsp:txXfrm>
        <a:off x="8038422" y="633458"/>
        <a:ext cx="3509565" cy="3660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8EECE-C75E-4631-80A4-6AC179444B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D5D02-FC16-47C0-B51A-E8393830E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2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025" y="585788"/>
            <a:ext cx="6457950" cy="3632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DA25E7-3547-499C-B900-B0AD297627B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71D49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71D49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5804-A123-3B63-BE31-4340BEC3B2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71D49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346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170C-60AF-091F-415C-AC651921B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7247D-3DA1-5D01-9C90-5B08450B7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AF9F8-0B7C-BFAF-9BC9-9550302C2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DB500-3D66-75C2-F306-CE926736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522F8-3D2D-6534-2209-3DFD4EE7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2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D30D-D602-569B-3B61-B16ACB14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97D4-64C2-DB34-D898-A8678A1A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5B539-96B0-BCD8-148D-61C068C1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71D67-946E-39B2-5E95-94A15749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6F333-2A80-C142-BEDD-C2B3FA80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4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8EB3-728D-C800-D792-5CD35C12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57C5F-776D-382D-2379-5F55EDD94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B3202-7062-1306-9F6C-A3BDC6F6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C101C-2AD5-1000-527D-57399E9B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4C12-40E0-7E32-8E0B-A10B159F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97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8F74-1AE1-68A8-1025-67C2B1D2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4EB21-80CC-4330-862E-6BE5C5B8E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16D23-6462-3B50-6B29-916D59965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A63F6-22DF-B570-9085-6FF02978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EDB9E-FF40-91C7-D194-C62B3652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D37EE-C50B-49C9-7AB6-DCBBC03F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7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DA61-B53A-5E0B-E117-7B5118E9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F2A0E-F2B9-E410-4DF6-57BF8D5A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B7E77-3629-E740-535E-66EC336A9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DCB61-DC6A-ABAC-21A8-4D400CB34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696AF-50B4-E4B6-F7B8-C87D7623E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690A2-6809-EA1D-54AC-1C957903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35B0B-EB46-ADEC-5F69-08A9633B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E9FB6-D94C-CCAE-3DBF-0004CCCC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3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F5F4-6B9C-AA0B-C2D9-CAB1A637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A1DF9-FF5A-8B3B-DFB7-83DD4A92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5D386-6AE3-6392-D541-78952D49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82BE4-C161-E371-E961-59024CE9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0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80F1D-1AEA-224B-14ED-3EE84FD2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8DE0C-EC22-5496-9B2B-67BBA50F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51AF9-9132-9438-AD5D-17832C7E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8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CC46-F078-E24F-8E71-0F6F587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AD22-874E-F4FB-6F2F-9A4C52094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09D25-B9FB-57D6-D99C-0D8D464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55FC9-0F93-8E58-C2CA-EBEE2071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9FEDF-8237-4CC6-9333-793B73D2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7F75F-BEA1-7A68-1878-D018A559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5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664D-002E-658C-A9B8-9901BA4CA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A71539-7C8B-FC23-6607-4E6BFEC76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B6114-639E-589F-139D-F320040C3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DA496-8F95-2B8E-3EFA-9260D0AF9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6F77C-D3F4-A5B9-59C8-54D4ABDA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ACECA-0243-CD36-364F-654DECDE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CB71-5C75-A0D3-F532-95B68D76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C0154-B86A-EAEB-834F-59BDBDC0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E16F5-9C7F-B73F-1DAE-B6F848B2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EAE91-3580-1939-AB86-2AE0E636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45335-A81A-E0DF-C9D1-3B28BF26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36D78B-745A-CEC9-D748-0C40C9A62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4E847-F166-4D6B-2D4B-9A526888D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FB250-AEFE-EEDE-1BE8-168AA932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44C29-1227-9446-DE85-214D0F41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89579-BAE6-69F4-42F7-610563E9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18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and 6 Sta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A42AC1B-1F80-9757-4383-C419A918C1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95600"/>
            <a:ext cx="5651500" cy="45072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Roboto" panose="02000000000000000000" pitchFamily="2" charset="0"/>
              </a:defRPr>
            </a:lvl1pPr>
            <a:lvl2pPr>
              <a:defRPr sz="1800">
                <a:latin typeface="Roboto" panose="02000000000000000000" pitchFamily="2" charset="0"/>
              </a:defRPr>
            </a:lvl2pPr>
            <a:lvl3pPr>
              <a:defRPr sz="1800">
                <a:latin typeface="Roboto" panose="02000000000000000000" pitchFamily="2" charset="0"/>
              </a:defRPr>
            </a:lvl3pPr>
            <a:lvl4pPr>
              <a:defRPr sz="1800">
                <a:latin typeface="Roboto" panose="02000000000000000000" pitchFamily="2" charset="0"/>
              </a:defRPr>
            </a:lvl4pPr>
            <a:lvl5pPr marL="690563" indent="-233363">
              <a:buFont typeface="Arial" panose="020B0604020202020204" pitchFamily="34" charset="0"/>
              <a:buChar char="•"/>
              <a:defRPr sz="1800">
                <a:latin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6376CCC-1352-B9DB-4D57-F0252B55C1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3714" y="255347"/>
            <a:ext cx="2181797" cy="1828792"/>
          </a:xfrm>
          <a:prstGeom prst="rect">
            <a:avLst/>
          </a:prstGeom>
          <a:solidFill>
            <a:schemeClr val="bg2"/>
          </a:solidFill>
        </p:spPr>
        <p:txBody>
          <a:bodyPr lIns="216000" tIns="216000" rIns="216000" bIns="216000" anchor="b" anchorCtr="0"/>
          <a:lstStyle>
            <a:lvl1pPr>
              <a:spcBef>
                <a:spcPts val="0"/>
              </a:spcBef>
              <a:spcAft>
                <a:spcPts val="300"/>
              </a:spcAft>
              <a:defRPr lang="en-US" sz="3200" b="0" kern="1200" dirty="0">
                <a:solidFill>
                  <a:schemeClr val="accent2"/>
                </a:solidFill>
                <a:latin typeface="F37 Lineca Light" pitchFamily="2" charset="0"/>
                <a:ea typeface="+mn-ea"/>
                <a:cs typeface="+mn-cs"/>
              </a:defRPr>
            </a:lvl1pPr>
            <a:lvl2pPr>
              <a:spcBef>
                <a:spcPts val="0"/>
              </a:spcBef>
              <a:defRPr sz="1200" b="1">
                <a:latin typeface="Roboto" panose="02000000000000000000" pitchFamily="2" charset="0"/>
              </a:defRPr>
            </a:lvl2pPr>
            <a:lvl3pPr marL="0" indent="0">
              <a:spcBef>
                <a:spcPts val="0"/>
              </a:spcBef>
              <a:buNone/>
              <a:defRPr sz="1200">
                <a:latin typeface="Roboto" panose="02000000000000000000" pitchFamily="2" charset="0"/>
              </a:defRPr>
            </a:lvl3pPr>
            <a:lvl4pPr marL="144000">
              <a:spcBef>
                <a:spcPts val="0"/>
              </a:spcBef>
              <a:defRPr sz="1200"/>
            </a:lvl4pPr>
            <a:lvl5pPr marL="288000"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000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749B6067-749F-AA28-D2D2-23E72457D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5408" y="255347"/>
            <a:ext cx="2182259" cy="1828792"/>
          </a:xfrm>
          <a:prstGeom prst="rect">
            <a:avLst/>
          </a:prstGeom>
          <a:solidFill>
            <a:schemeClr val="bg2"/>
          </a:solidFill>
        </p:spPr>
        <p:txBody>
          <a:bodyPr lIns="216000" tIns="216000" rIns="216000" bIns="216000" anchor="b" anchorCtr="0"/>
          <a:lstStyle>
            <a:lvl1pPr>
              <a:spcBef>
                <a:spcPts val="0"/>
              </a:spcBef>
              <a:spcAft>
                <a:spcPts val="300"/>
              </a:spcAft>
              <a:defRPr lang="en-US" sz="3200" b="0" kern="1200" dirty="0">
                <a:solidFill>
                  <a:schemeClr val="accent4"/>
                </a:solidFill>
                <a:latin typeface="F37 Lineca Light" pitchFamily="2" charset="0"/>
                <a:ea typeface="+mn-ea"/>
                <a:cs typeface="+mn-cs"/>
              </a:defRPr>
            </a:lvl1pPr>
            <a:lvl2pPr>
              <a:spcBef>
                <a:spcPts val="0"/>
              </a:spcBef>
              <a:defRPr sz="1200" b="1">
                <a:latin typeface="Roboto" panose="02000000000000000000" pitchFamily="2" charset="0"/>
              </a:defRPr>
            </a:lvl2pPr>
            <a:lvl3pPr marL="0" indent="0">
              <a:spcBef>
                <a:spcPts val="0"/>
              </a:spcBef>
              <a:buNone/>
              <a:defRPr sz="1200">
                <a:latin typeface="Roboto" panose="02000000000000000000" pitchFamily="2" charset="0"/>
              </a:defRPr>
            </a:lvl3pPr>
            <a:lvl4pPr marL="144000">
              <a:spcBef>
                <a:spcPts val="0"/>
              </a:spcBef>
              <a:defRPr sz="1200"/>
            </a:lvl4pPr>
            <a:lvl5pPr marL="288000">
              <a:spcBef>
                <a:spcPts val="0"/>
              </a:spcBef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/>
              <a:t>000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B3223E3-ED1B-539F-ACE2-EFE70CB481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33714" y="2231939"/>
            <a:ext cx="2181600" cy="1828796"/>
          </a:xfrm>
          <a:prstGeom prst="rect">
            <a:avLst/>
          </a:prstGeom>
          <a:solidFill>
            <a:schemeClr val="bg2"/>
          </a:solidFill>
        </p:spPr>
        <p:txBody>
          <a:bodyPr lIns="216000" tIns="216000" rIns="216000" bIns="216000" anchor="b" anchorCtr="0"/>
          <a:lstStyle>
            <a:lvl1pPr>
              <a:spcBef>
                <a:spcPts val="0"/>
              </a:spcBef>
              <a:spcAft>
                <a:spcPts val="300"/>
              </a:spcAft>
              <a:defRPr lang="en-US" sz="3200" b="0" kern="1200" dirty="0">
                <a:solidFill>
                  <a:schemeClr val="accent1"/>
                </a:solidFill>
                <a:latin typeface="F37 Lineca Light" pitchFamily="2" charset="0"/>
                <a:ea typeface="+mn-ea"/>
                <a:cs typeface="+mn-cs"/>
              </a:defRPr>
            </a:lvl1pPr>
            <a:lvl2pPr>
              <a:spcBef>
                <a:spcPts val="0"/>
              </a:spcBef>
              <a:defRPr sz="1200" b="1">
                <a:latin typeface="Roboto" panose="02000000000000000000" pitchFamily="2" charset="0"/>
              </a:defRPr>
            </a:lvl2pPr>
            <a:lvl3pPr marL="0" indent="0">
              <a:spcBef>
                <a:spcPts val="0"/>
              </a:spcBef>
              <a:buNone/>
              <a:defRPr sz="1200">
                <a:latin typeface="Roboto" panose="02000000000000000000" pitchFamily="2" charset="0"/>
              </a:defRPr>
            </a:lvl3pPr>
            <a:lvl4pPr marL="144000">
              <a:spcBef>
                <a:spcPts val="0"/>
              </a:spcBef>
              <a:defRPr sz="800"/>
            </a:lvl4pPr>
            <a:lvl5pPr marL="288000">
              <a:spcBef>
                <a:spcPts val="0"/>
              </a:spcBef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/>
              <a:t>000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B82965CA-00C9-D154-AAA5-665412031D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65408" y="2231939"/>
            <a:ext cx="2181600" cy="1828796"/>
          </a:xfrm>
          <a:prstGeom prst="rect">
            <a:avLst/>
          </a:prstGeom>
          <a:solidFill>
            <a:schemeClr val="bg2"/>
          </a:solidFill>
        </p:spPr>
        <p:txBody>
          <a:bodyPr lIns="216000" tIns="216000" rIns="216000" bIns="216000" anchor="b" anchorCtr="0"/>
          <a:lstStyle>
            <a:lvl1pPr>
              <a:spcBef>
                <a:spcPts val="0"/>
              </a:spcBef>
              <a:spcAft>
                <a:spcPts val="300"/>
              </a:spcAft>
              <a:defRPr lang="en-US" sz="3200" b="0" kern="1200" dirty="0">
                <a:solidFill>
                  <a:schemeClr val="accent3"/>
                </a:solidFill>
                <a:latin typeface="F37 Lineca Light" pitchFamily="2" charset="0"/>
                <a:ea typeface="+mn-ea"/>
                <a:cs typeface="+mn-cs"/>
              </a:defRPr>
            </a:lvl1pPr>
            <a:lvl2pPr>
              <a:spcBef>
                <a:spcPts val="0"/>
              </a:spcBef>
              <a:defRPr sz="1200" b="1">
                <a:latin typeface="Roboto" panose="02000000000000000000" pitchFamily="2" charset="0"/>
              </a:defRPr>
            </a:lvl2pPr>
            <a:lvl3pPr marL="0" indent="0">
              <a:spcBef>
                <a:spcPts val="0"/>
              </a:spcBef>
              <a:buNone/>
              <a:defRPr sz="1200">
                <a:latin typeface="Roboto" panose="02000000000000000000" pitchFamily="2" charset="0"/>
              </a:defRPr>
            </a:lvl3pPr>
            <a:lvl4pPr marL="144000">
              <a:spcBef>
                <a:spcPts val="0"/>
              </a:spcBef>
              <a:defRPr sz="800"/>
            </a:lvl4pPr>
            <a:lvl5pPr marL="288000">
              <a:spcBef>
                <a:spcPts val="0"/>
              </a:spcBef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/>
              <a:t>000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7CBF26F-A385-8045-381E-082F206823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714" y="4208535"/>
            <a:ext cx="2181600" cy="1828796"/>
          </a:xfrm>
          <a:prstGeom prst="rect">
            <a:avLst/>
          </a:prstGeom>
          <a:solidFill>
            <a:schemeClr val="bg2"/>
          </a:solidFill>
        </p:spPr>
        <p:txBody>
          <a:bodyPr lIns="216000" tIns="216000" rIns="216000" bIns="216000" anchor="b" anchorCtr="0"/>
          <a:lstStyle>
            <a:lvl1pPr>
              <a:spcBef>
                <a:spcPts val="0"/>
              </a:spcBef>
              <a:spcAft>
                <a:spcPts val="300"/>
              </a:spcAft>
              <a:defRPr lang="en-US" sz="3200" b="0" kern="1200" dirty="0">
                <a:solidFill>
                  <a:schemeClr val="tx1"/>
                </a:solidFill>
                <a:latin typeface="F37 Lineca Light" pitchFamily="2" charset="0"/>
                <a:ea typeface="+mn-ea"/>
                <a:cs typeface="+mn-cs"/>
              </a:defRPr>
            </a:lvl1pPr>
            <a:lvl2pPr>
              <a:spcBef>
                <a:spcPts val="0"/>
              </a:spcBef>
              <a:defRPr sz="1200" b="1">
                <a:latin typeface="Roboto" panose="02000000000000000000" pitchFamily="2" charset="0"/>
              </a:defRPr>
            </a:lvl2pPr>
            <a:lvl3pPr marL="0" indent="0">
              <a:spcBef>
                <a:spcPts val="0"/>
              </a:spcBef>
              <a:buNone/>
              <a:defRPr sz="1200">
                <a:latin typeface="Roboto" panose="02000000000000000000" pitchFamily="2" charset="0"/>
              </a:defRPr>
            </a:lvl3pPr>
            <a:lvl4pPr marL="144000">
              <a:spcBef>
                <a:spcPts val="0"/>
              </a:spcBef>
              <a:defRPr sz="800"/>
            </a:lvl4pPr>
            <a:lvl5pPr marL="288000">
              <a:spcBef>
                <a:spcPts val="0"/>
              </a:spcBef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/>
              <a:t>000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ECF6DAE4-06BB-81AD-61FA-C11F35E5D7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65408" y="4208535"/>
            <a:ext cx="2181600" cy="1828796"/>
          </a:xfrm>
          <a:prstGeom prst="rect">
            <a:avLst/>
          </a:prstGeom>
          <a:solidFill>
            <a:schemeClr val="bg2"/>
          </a:solidFill>
        </p:spPr>
        <p:txBody>
          <a:bodyPr lIns="216000" tIns="216000" rIns="216000" bIns="216000" anchor="b" anchorCtr="0"/>
          <a:lstStyle>
            <a:lvl1pPr>
              <a:spcBef>
                <a:spcPts val="0"/>
              </a:spcBef>
              <a:spcAft>
                <a:spcPts val="300"/>
              </a:spcAft>
              <a:defRPr lang="en-US" sz="3200" b="0" kern="1200" dirty="0">
                <a:solidFill>
                  <a:schemeClr val="accent1"/>
                </a:solidFill>
                <a:latin typeface="F37 Lineca Light" pitchFamily="2" charset="0"/>
                <a:ea typeface="+mn-ea"/>
                <a:cs typeface="+mn-cs"/>
              </a:defRPr>
            </a:lvl1pPr>
            <a:lvl2pPr>
              <a:spcBef>
                <a:spcPts val="0"/>
              </a:spcBef>
              <a:defRPr sz="1200" b="1">
                <a:latin typeface="Roboto" panose="02000000000000000000" pitchFamily="2" charset="0"/>
              </a:defRPr>
            </a:lvl2pPr>
            <a:lvl3pPr marL="0" indent="0">
              <a:spcBef>
                <a:spcPts val="0"/>
              </a:spcBef>
              <a:buNone/>
              <a:defRPr sz="1200">
                <a:latin typeface="Roboto" panose="02000000000000000000" pitchFamily="2" charset="0"/>
              </a:defRPr>
            </a:lvl3pPr>
            <a:lvl4pPr marL="144000">
              <a:spcBef>
                <a:spcPts val="0"/>
              </a:spcBef>
              <a:defRPr sz="800"/>
            </a:lvl4pPr>
            <a:lvl5pPr marL="288000">
              <a:spcBef>
                <a:spcPts val="0"/>
              </a:spcBef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/>
              <a:t>000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709FBC03-8684-CB90-6F4D-BACACB639F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30052" y="6400558"/>
            <a:ext cx="3131896" cy="220480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 | FOR INTERNAL USE ONLY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C4BB52-C243-EC3E-BE53-3BE8FBB2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1" y="6402066"/>
            <a:ext cx="622299" cy="21746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Roboto" panose="02000000000000000000" pitchFamily="2" charset="0"/>
              </a:defRPr>
            </a:lvl1pPr>
          </a:lstStyle>
          <a:p>
            <a:fld id="{915046F3-A181-4E86-90FC-9F7F42032E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E5D2582-688F-741F-9E0D-39F0B424B9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372835"/>
            <a:ext cx="4611688" cy="796908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4000" b="0" kern="1200" dirty="0">
                <a:solidFill>
                  <a:schemeClr val="accent2"/>
                </a:solidFill>
                <a:latin typeface="F37 Lineca Light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9E2B5D3-29DB-3611-955E-C13F09FCCB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050" y="6203159"/>
            <a:ext cx="1439127" cy="61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9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FBA3C-6CDF-4645-35E8-12735DFC3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FE83D-2700-7F5A-E2D4-F0C3A4D13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D0C9C-B3C8-1295-4F72-6579E2052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371F7-F0CD-4D7A-8024-53CA4D42F50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0C35-D7B6-5A37-95F2-3AD2BC370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781F-52FC-0AF3-07D3-12D3DAB59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8EC21-B43B-4409-9FFC-D52671EDC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9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E7ADA4-C3E3-4B1B-5CF9-F2C783C4FB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A062041-2FB8-3ECA-8466-D79C2339CB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4500" y="171695"/>
            <a:ext cx="11386457" cy="7969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Planned Initiatives for Achieving a Holistic Understanding of Data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8F5A02F-5C31-1EA5-6D46-C08E1716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1" y="6402066"/>
            <a:ext cx="622299" cy="21746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5046F3-A181-4E86-90FC-9F7F42032E9C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71D49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71D49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32" name="Content Placeholder 4">
            <a:extLst>
              <a:ext uri="{FF2B5EF4-FFF2-40B4-BE49-F238E27FC236}">
                <a16:creationId xmlns:a16="http://schemas.microsoft.com/office/drawing/2014/main" id="{0870B76B-56C7-C881-BF42-C71909B8D23B}"/>
              </a:ext>
            </a:extLst>
          </p:cNvPr>
          <p:cNvGraphicFramePr>
            <a:graphicFrameLocks/>
          </p:cNvGraphicFramePr>
          <p:nvPr/>
        </p:nvGraphicFramePr>
        <p:xfrm>
          <a:off x="444500" y="1497842"/>
          <a:ext cx="11560629" cy="4599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663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321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F37 Lineca Light</vt:lpstr>
      <vt:lpstr>Aptos</vt:lpstr>
      <vt:lpstr>Aptos Display</vt:lpstr>
      <vt:lpstr>Arial</vt:lpstr>
      <vt:lpstr>Roboto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Jane</dc:creator>
  <cp:lastModifiedBy>ming fei</cp:lastModifiedBy>
  <cp:revision>2</cp:revision>
  <dcterms:created xsi:type="dcterms:W3CDTF">2025-11-06T18:10:06Z</dcterms:created>
  <dcterms:modified xsi:type="dcterms:W3CDTF">2025-11-07T17:09:37Z</dcterms:modified>
</cp:coreProperties>
</file>